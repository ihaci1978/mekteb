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2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92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43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67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4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88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9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32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74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20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E773A-ED8C-40DE-B023-5137973CED0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DFA35-D649-4F42-913D-B847C7C18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2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58021" y="642795"/>
            <a:ext cx="4327555" cy="246254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71610" y="963387"/>
            <a:ext cx="931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z-Latn-AZ" sz="4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endParaRPr lang="en-US" sz="4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4192271" y="1747928"/>
            <a:ext cx="1489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z-Latn-AZ" sz="4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Ət</a:t>
            </a:r>
            <a:endParaRPr lang="en-US" sz="4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10" y="519034"/>
            <a:ext cx="2669552" cy="2669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358021" y="3865831"/>
            <a:ext cx="4327556" cy="2454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02529" y="5030973"/>
            <a:ext cx="2022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z-Latn-AZ" sz="4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Nənə</a:t>
            </a:r>
            <a:endParaRPr lang="en-US" sz="4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flipH="1">
            <a:off x="3857074" y="3998833"/>
            <a:ext cx="15600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z-Latn-AZ" sz="4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Nanə</a:t>
            </a:r>
            <a:endParaRPr lang="en-US" sz="4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310" y="4082450"/>
            <a:ext cx="1340579" cy="1897046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594421" y="654232"/>
            <a:ext cx="4324058" cy="2545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218234" y="1096130"/>
            <a:ext cx="1703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z-Latn-AZ" sz="4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Ana</a:t>
            </a:r>
            <a:endParaRPr lang="en-US" sz="4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 flipH="1">
            <a:off x="9291270" y="1781325"/>
            <a:ext cx="1380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z-Latn-AZ" sz="4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Ata</a:t>
            </a:r>
            <a:endParaRPr lang="en-US" sz="4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46" y="1024808"/>
            <a:ext cx="1744561" cy="1692224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6597811" y="3865830"/>
            <a:ext cx="4320668" cy="24651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638779" y="4204176"/>
            <a:ext cx="862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z-Latn-AZ" sz="4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Ət</a:t>
            </a:r>
            <a:endParaRPr lang="en-US" sz="4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 flipH="1">
            <a:off x="9380015" y="4936639"/>
            <a:ext cx="1380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z-Latn-AZ" sz="4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Tə</a:t>
            </a:r>
            <a:endParaRPr lang="en-US" sz="4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640" y="4749908"/>
            <a:ext cx="1483171" cy="73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3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</Words>
  <Application>Microsoft Office PowerPoint</Application>
  <PresentationFormat>Широкоэкранный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6</cp:revision>
  <dcterms:created xsi:type="dcterms:W3CDTF">2023-11-26T18:56:17Z</dcterms:created>
  <dcterms:modified xsi:type="dcterms:W3CDTF">2023-11-27T12:19:07Z</dcterms:modified>
</cp:coreProperties>
</file>