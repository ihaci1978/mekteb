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67" r:id="rId3"/>
    <p:sldId id="268" r:id="rId4"/>
    <p:sldId id="269" r:id="rId5"/>
    <p:sldId id="264" r:id="rId6"/>
    <p:sldId id="261" r:id="rId7"/>
    <p:sldId id="287" r:id="rId8"/>
    <p:sldId id="262" r:id="rId9"/>
    <p:sldId id="263" r:id="rId10"/>
    <p:sldId id="290" r:id="rId11"/>
    <p:sldId id="292" r:id="rId12"/>
    <p:sldId id="284" r:id="rId13"/>
    <p:sldId id="265" r:id="rId14"/>
    <p:sldId id="273" r:id="rId15"/>
    <p:sldId id="274" r:id="rId16"/>
    <p:sldId id="275" r:id="rId17"/>
    <p:sldId id="270" r:id="rId18"/>
    <p:sldId id="266" r:id="rId19"/>
    <p:sldId id="272" r:id="rId20"/>
    <p:sldId id="277" r:id="rId21"/>
    <p:sldId id="278" r:id="rId22"/>
    <p:sldId id="279" r:id="rId23"/>
    <p:sldId id="271"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691" autoAdjust="0"/>
    <p:restoredTop sz="94660"/>
  </p:normalViewPr>
  <p:slideViewPr>
    <p:cSldViewPr snapToGrid="0">
      <p:cViewPr varScale="1">
        <p:scale>
          <a:sx n="71" d="100"/>
          <a:sy n="71" d="100"/>
        </p:scale>
        <p:origin x="22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EDUAZ.WORKSTATION\Desktop\New%20Microsoft%20Excel%20Work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1050;&#1085;&#1080;&#1075;&#1072;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EDUAZ.WORKSTATION\Desktop\New%20Microsoft%20Excel%20Worksheet%20(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EDUAZ.WORKSTATION\Desktop\New%20Microsoft%20Excel%20Worksheet.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Sheet1!$H$9</c:f>
              <c:strCache>
                <c:ptCount val="1"/>
                <c:pt idx="0">
                  <c:v>monitorinq</c:v>
                </c:pt>
              </c:strCache>
            </c:strRef>
          </c:tx>
          <c:spPr>
            <a:solidFill>
              <a:srgbClr val="FFC000"/>
            </a:solidFill>
            <a:ln>
              <a:noFill/>
            </a:ln>
            <a:effectLst/>
          </c:spPr>
          <c:invertIfNegative val="0"/>
          <c:cat>
            <c:strRef>
              <c:f>Sheet1!$I$8:$J$8</c:f>
              <c:strCache>
                <c:ptCount val="2"/>
                <c:pt idx="0">
                  <c:v>Tədris dili</c:v>
                </c:pt>
                <c:pt idx="1">
                  <c:v>Riyaziyyat</c:v>
                </c:pt>
              </c:strCache>
            </c:strRef>
          </c:cat>
          <c:val>
            <c:numRef>
              <c:f>Sheet1!$I$9:$J$9</c:f>
              <c:numCache>
                <c:formatCode>General</c:formatCode>
                <c:ptCount val="2"/>
                <c:pt idx="0">
                  <c:v>62.4</c:v>
                </c:pt>
                <c:pt idx="1">
                  <c:v>62.6</c:v>
                </c:pt>
              </c:numCache>
            </c:numRef>
          </c:val>
          <c:extLst>
            <c:ext xmlns:c16="http://schemas.microsoft.com/office/drawing/2014/chart" uri="{C3380CC4-5D6E-409C-BE32-E72D297353CC}">
              <c16:uniqueId val="{00000000-C25A-4FF0-B162-D5F779E1571F}"/>
            </c:ext>
          </c:extLst>
        </c:ser>
        <c:ser>
          <c:idx val="1"/>
          <c:order val="1"/>
          <c:tx>
            <c:strRef>
              <c:f>Sheet1!$H$10</c:f>
              <c:strCache>
                <c:ptCount val="1"/>
                <c:pt idx="0">
                  <c:v>illik</c:v>
                </c:pt>
              </c:strCache>
            </c:strRef>
          </c:tx>
          <c:spPr>
            <a:solidFill>
              <a:schemeClr val="accent6">
                <a:lumMod val="60000"/>
                <a:lumOff val="40000"/>
              </a:schemeClr>
            </a:solidFill>
            <a:ln>
              <a:solidFill>
                <a:srgbClr val="7030A0"/>
              </a:solidFill>
            </a:ln>
            <a:effectLst/>
          </c:spPr>
          <c:invertIfNegative val="0"/>
          <c:cat>
            <c:strRef>
              <c:f>Sheet1!$I$8:$J$8</c:f>
              <c:strCache>
                <c:ptCount val="2"/>
                <c:pt idx="0">
                  <c:v>Tədris dili</c:v>
                </c:pt>
                <c:pt idx="1">
                  <c:v>Riyaziyyat</c:v>
                </c:pt>
              </c:strCache>
            </c:strRef>
          </c:cat>
          <c:val>
            <c:numRef>
              <c:f>Sheet1!$I$10:$J$10</c:f>
              <c:numCache>
                <c:formatCode>General</c:formatCode>
                <c:ptCount val="2"/>
                <c:pt idx="0">
                  <c:v>71.400000000000006</c:v>
                </c:pt>
                <c:pt idx="1">
                  <c:v>68.099999999999994</c:v>
                </c:pt>
              </c:numCache>
            </c:numRef>
          </c:val>
          <c:extLst>
            <c:ext xmlns:c16="http://schemas.microsoft.com/office/drawing/2014/chart" uri="{C3380CC4-5D6E-409C-BE32-E72D297353CC}">
              <c16:uniqueId val="{00000001-C25A-4FF0-B162-D5F779E1571F}"/>
            </c:ext>
          </c:extLst>
        </c:ser>
        <c:dLbls>
          <c:showLegendKey val="0"/>
          <c:showVal val="0"/>
          <c:showCatName val="0"/>
          <c:showSerName val="0"/>
          <c:showPercent val="0"/>
          <c:showBubbleSize val="0"/>
        </c:dLbls>
        <c:gapWidth val="219"/>
        <c:overlap val="-27"/>
        <c:axId val="1709089839"/>
        <c:axId val="1709083599"/>
      </c:barChart>
      <c:catAx>
        <c:axId val="1709089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9083599"/>
        <c:crosses val="autoZero"/>
        <c:auto val="1"/>
        <c:lblAlgn val="ctr"/>
        <c:lblOffset val="100"/>
        <c:noMultiLvlLbl val="0"/>
      </c:catAx>
      <c:valAx>
        <c:axId val="170908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908983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Лист1!$E$6</c:f>
              <c:strCache>
                <c:ptCount val="1"/>
                <c:pt idx="0">
                  <c:v>Tədris dili</c:v>
                </c:pt>
              </c:strCache>
            </c:strRef>
          </c:tx>
          <c:spPr>
            <a:solidFill>
              <a:srgbClr val="FFFF00"/>
            </a:solidFill>
            <a:ln>
              <a:noFill/>
            </a:ln>
            <a:effectLst/>
          </c:spPr>
          <c:invertIfNegative val="0"/>
          <c:cat>
            <c:strRef>
              <c:f>Лист1!$D$7:$D$10</c:f>
              <c:strCache>
                <c:ptCount val="4"/>
                <c:pt idx="0">
                  <c:v>0-30</c:v>
                </c:pt>
                <c:pt idx="1">
                  <c:v>30-60</c:v>
                </c:pt>
                <c:pt idx="2">
                  <c:v>60-80</c:v>
                </c:pt>
                <c:pt idx="3">
                  <c:v>80-100</c:v>
                </c:pt>
              </c:strCache>
            </c:strRef>
          </c:cat>
          <c:val>
            <c:numRef>
              <c:f>Лист1!$E$7:$E$10</c:f>
              <c:numCache>
                <c:formatCode>General</c:formatCode>
                <c:ptCount val="4"/>
                <c:pt idx="0">
                  <c:v>24</c:v>
                </c:pt>
                <c:pt idx="1">
                  <c:v>54</c:v>
                </c:pt>
                <c:pt idx="2">
                  <c:v>46</c:v>
                </c:pt>
                <c:pt idx="3">
                  <c:v>7</c:v>
                </c:pt>
              </c:numCache>
            </c:numRef>
          </c:val>
          <c:extLst>
            <c:ext xmlns:c16="http://schemas.microsoft.com/office/drawing/2014/chart" uri="{C3380CC4-5D6E-409C-BE32-E72D297353CC}">
              <c16:uniqueId val="{00000000-8CD0-4382-9052-9642ED836F3A}"/>
            </c:ext>
          </c:extLst>
        </c:ser>
        <c:ser>
          <c:idx val="1"/>
          <c:order val="1"/>
          <c:tx>
            <c:strRef>
              <c:f>Лист1!$F$6</c:f>
              <c:strCache>
                <c:ptCount val="1"/>
                <c:pt idx="0">
                  <c:v>Riyaziyyat</c:v>
                </c:pt>
              </c:strCache>
            </c:strRef>
          </c:tx>
          <c:spPr>
            <a:solidFill>
              <a:srgbClr val="FF0000"/>
            </a:solidFill>
            <a:ln>
              <a:noFill/>
            </a:ln>
            <a:effectLst/>
          </c:spPr>
          <c:invertIfNegative val="0"/>
          <c:cat>
            <c:strRef>
              <c:f>Лист1!$D$7:$D$10</c:f>
              <c:strCache>
                <c:ptCount val="4"/>
                <c:pt idx="0">
                  <c:v>0-30</c:v>
                </c:pt>
                <c:pt idx="1">
                  <c:v>30-60</c:v>
                </c:pt>
                <c:pt idx="2">
                  <c:v>60-80</c:v>
                </c:pt>
                <c:pt idx="3">
                  <c:v>80-100</c:v>
                </c:pt>
              </c:strCache>
            </c:strRef>
          </c:cat>
          <c:val>
            <c:numRef>
              <c:f>Лист1!$F$7:$F$10</c:f>
              <c:numCache>
                <c:formatCode>General</c:formatCode>
                <c:ptCount val="4"/>
                <c:pt idx="0">
                  <c:v>0</c:v>
                </c:pt>
                <c:pt idx="1">
                  <c:v>86</c:v>
                </c:pt>
                <c:pt idx="2">
                  <c:v>24</c:v>
                </c:pt>
                <c:pt idx="3">
                  <c:v>21</c:v>
                </c:pt>
              </c:numCache>
            </c:numRef>
          </c:val>
          <c:extLst>
            <c:ext xmlns:c16="http://schemas.microsoft.com/office/drawing/2014/chart" uri="{C3380CC4-5D6E-409C-BE32-E72D297353CC}">
              <c16:uniqueId val="{00000001-8CD0-4382-9052-9642ED836F3A}"/>
            </c:ext>
          </c:extLst>
        </c:ser>
        <c:ser>
          <c:idx val="2"/>
          <c:order val="2"/>
          <c:tx>
            <c:strRef>
              <c:f>Лист1!$G$6</c:f>
              <c:strCache>
                <c:ptCount val="1"/>
                <c:pt idx="0">
                  <c:v>İngilis dili</c:v>
                </c:pt>
              </c:strCache>
            </c:strRef>
          </c:tx>
          <c:spPr>
            <a:solidFill>
              <a:srgbClr val="00B0F0"/>
            </a:solidFill>
            <a:ln>
              <a:noFill/>
            </a:ln>
            <a:effectLst/>
          </c:spPr>
          <c:invertIfNegative val="0"/>
          <c:cat>
            <c:strRef>
              <c:f>Лист1!$D$7:$D$10</c:f>
              <c:strCache>
                <c:ptCount val="4"/>
                <c:pt idx="0">
                  <c:v>0-30</c:v>
                </c:pt>
                <c:pt idx="1">
                  <c:v>30-60</c:v>
                </c:pt>
                <c:pt idx="2">
                  <c:v>60-80</c:v>
                </c:pt>
                <c:pt idx="3">
                  <c:v>80-100</c:v>
                </c:pt>
              </c:strCache>
            </c:strRef>
          </c:cat>
          <c:val>
            <c:numRef>
              <c:f>Лист1!$G$7:$G$10</c:f>
              <c:numCache>
                <c:formatCode>General</c:formatCode>
                <c:ptCount val="4"/>
                <c:pt idx="0">
                  <c:v>68</c:v>
                </c:pt>
                <c:pt idx="1">
                  <c:v>46</c:v>
                </c:pt>
                <c:pt idx="2">
                  <c:v>14</c:v>
                </c:pt>
                <c:pt idx="3">
                  <c:v>3</c:v>
                </c:pt>
              </c:numCache>
            </c:numRef>
          </c:val>
          <c:extLst>
            <c:ext xmlns:c16="http://schemas.microsoft.com/office/drawing/2014/chart" uri="{C3380CC4-5D6E-409C-BE32-E72D297353CC}">
              <c16:uniqueId val="{00000002-8CD0-4382-9052-9642ED836F3A}"/>
            </c:ext>
          </c:extLst>
        </c:ser>
        <c:dLbls>
          <c:showLegendKey val="0"/>
          <c:showVal val="0"/>
          <c:showCatName val="0"/>
          <c:showSerName val="0"/>
          <c:showPercent val="0"/>
          <c:showBubbleSize val="0"/>
        </c:dLbls>
        <c:gapWidth val="219"/>
        <c:overlap val="-27"/>
        <c:axId val="1393891919"/>
        <c:axId val="1393891087"/>
      </c:barChart>
      <c:catAx>
        <c:axId val="13938919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3891087"/>
        <c:crosses val="autoZero"/>
        <c:auto val="1"/>
        <c:lblAlgn val="ctr"/>
        <c:lblOffset val="100"/>
        <c:noMultiLvlLbl val="0"/>
      </c:catAx>
      <c:valAx>
        <c:axId val="13938910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38919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Sheet3!$F$7</c:f>
              <c:strCache>
                <c:ptCount val="1"/>
                <c:pt idx="0">
                  <c:v>Az.dili</c:v>
                </c:pt>
              </c:strCache>
            </c:strRef>
          </c:tx>
          <c:spPr>
            <a:solidFill>
              <a:srgbClr val="FFFF00"/>
            </a:solidFill>
            <a:ln>
              <a:noFill/>
            </a:ln>
            <a:effectLst/>
          </c:spPr>
          <c:invertIfNegative val="0"/>
          <c:cat>
            <c:strRef>
              <c:f>Sheet3!$E$8:$E$11</c:f>
              <c:strCache>
                <c:ptCount val="4"/>
                <c:pt idx="0">
                  <c:v>0-30</c:v>
                </c:pt>
                <c:pt idx="1">
                  <c:v>30-60</c:v>
                </c:pt>
                <c:pt idx="2">
                  <c:v>60-80</c:v>
                </c:pt>
                <c:pt idx="3">
                  <c:v>80-100</c:v>
                </c:pt>
              </c:strCache>
            </c:strRef>
          </c:cat>
          <c:val>
            <c:numRef>
              <c:f>Sheet3!$F$8:$F$11</c:f>
              <c:numCache>
                <c:formatCode>General</c:formatCode>
                <c:ptCount val="4"/>
                <c:pt idx="0">
                  <c:v>46</c:v>
                </c:pt>
                <c:pt idx="1">
                  <c:v>57</c:v>
                </c:pt>
                <c:pt idx="2">
                  <c:v>35</c:v>
                </c:pt>
                <c:pt idx="3">
                  <c:v>4</c:v>
                </c:pt>
              </c:numCache>
            </c:numRef>
          </c:val>
          <c:extLst>
            <c:ext xmlns:c16="http://schemas.microsoft.com/office/drawing/2014/chart" uri="{C3380CC4-5D6E-409C-BE32-E72D297353CC}">
              <c16:uniqueId val="{00000000-19B5-4562-A9BF-F45156231E50}"/>
            </c:ext>
          </c:extLst>
        </c:ser>
        <c:ser>
          <c:idx val="1"/>
          <c:order val="1"/>
          <c:tx>
            <c:strRef>
              <c:f>Sheet3!$G$7</c:f>
              <c:strCache>
                <c:ptCount val="1"/>
                <c:pt idx="0">
                  <c:v>Riyaziyyat</c:v>
                </c:pt>
              </c:strCache>
            </c:strRef>
          </c:tx>
          <c:spPr>
            <a:solidFill>
              <a:srgbClr val="FF0000"/>
            </a:solidFill>
            <a:ln>
              <a:noFill/>
            </a:ln>
            <a:effectLst/>
          </c:spPr>
          <c:invertIfNegative val="0"/>
          <c:cat>
            <c:strRef>
              <c:f>Sheet3!$E$8:$E$11</c:f>
              <c:strCache>
                <c:ptCount val="4"/>
                <c:pt idx="0">
                  <c:v>0-30</c:v>
                </c:pt>
                <c:pt idx="1">
                  <c:v>30-60</c:v>
                </c:pt>
                <c:pt idx="2">
                  <c:v>60-80</c:v>
                </c:pt>
                <c:pt idx="3">
                  <c:v>80-100</c:v>
                </c:pt>
              </c:strCache>
            </c:strRef>
          </c:cat>
          <c:val>
            <c:numRef>
              <c:f>Sheet3!$G$8:$G$11</c:f>
              <c:numCache>
                <c:formatCode>General</c:formatCode>
                <c:ptCount val="4"/>
                <c:pt idx="0">
                  <c:v>64</c:v>
                </c:pt>
                <c:pt idx="1">
                  <c:v>49</c:v>
                </c:pt>
                <c:pt idx="2">
                  <c:v>19</c:v>
                </c:pt>
                <c:pt idx="3">
                  <c:v>10</c:v>
                </c:pt>
              </c:numCache>
            </c:numRef>
          </c:val>
          <c:extLst>
            <c:ext xmlns:c16="http://schemas.microsoft.com/office/drawing/2014/chart" uri="{C3380CC4-5D6E-409C-BE32-E72D297353CC}">
              <c16:uniqueId val="{00000001-19B5-4562-A9BF-F45156231E50}"/>
            </c:ext>
          </c:extLst>
        </c:ser>
        <c:ser>
          <c:idx val="2"/>
          <c:order val="2"/>
          <c:tx>
            <c:strRef>
              <c:f>Sheet3!$H$7</c:f>
              <c:strCache>
                <c:ptCount val="1"/>
                <c:pt idx="0">
                  <c:v>Rus dili</c:v>
                </c:pt>
              </c:strCache>
            </c:strRef>
          </c:tx>
          <c:spPr>
            <a:solidFill>
              <a:srgbClr val="00B0F0"/>
            </a:solidFill>
            <a:ln>
              <a:noFill/>
            </a:ln>
            <a:effectLst/>
          </c:spPr>
          <c:invertIfNegative val="0"/>
          <c:cat>
            <c:strRef>
              <c:f>Sheet3!$E$8:$E$11</c:f>
              <c:strCache>
                <c:ptCount val="4"/>
                <c:pt idx="0">
                  <c:v>0-30</c:v>
                </c:pt>
                <c:pt idx="1">
                  <c:v>30-60</c:v>
                </c:pt>
                <c:pt idx="2">
                  <c:v>60-80</c:v>
                </c:pt>
                <c:pt idx="3">
                  <c:v>80-100</c:v>
                </c:pt>
              </c:strCache>
            </c:strRef>
          </c:cat>
          <c:val>
            <c:numRef>
              <c:f>Sheet3!$H$8:$H$11</c:f>
              <c:numCache>
                <c:formatCode>General</c:formatCode>
                <c:ptCount val="4"/>
                <c:pt idx="0">
                  <c:v>84</c:v>
                </c:pt>
                <c:pt idx="1">
                  <c:v>45</c:v>
                </c:pt>
                <c:pt idx="2">
                  <c:v>11</c:v>
                </c:pt>
                <c:pt idx="3">
                  <c:v>2</c:v>
                </c:pt>
              </c:numCache>
            </c:numRef>
          </c:val>
          <c:extLst>
            <c:ext xmlns:c16="http://schemas.microsoft.com/office/drawing/2014/chart" uri="{C3380CC4-5D6E-409C-BE32-E72D297353CC}">
              <c16:uniqueId val="{00000002-19B5-4562-A9BF-F45156231E50}"/>
            </c:ext>
          </c:extLst>
        </c:ser>
        <c:dLbls>
          <c:showLegendKey val="0"/>
          <c:showVal val="0"/>
          <c:showCatName val="0"/>
          <c:showSerName val="0"/>
          <c:showPercent val="0"/>
          <c:showBubbleSize val="0"/>
        </c:dLbls>
        <c:gapWidth val="219"/>
        <c:overlap val="-27"/>
        <c:axId val="1688079119"/>
        <c:axId val="1688068719"/>
      </c:barChart>
      <c:catAx>
        <c:axId val="16880791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8068719"/>
        <c:crosses val="autoZero"/>
        <c:auto val="1"/>
        <c:lblAlgn val="ctr"/>
        <c:lblOffset val="100"/>
        <c:noMultiLvlLbl val="0"/>
      </c:catAx>
      <c:valAx>
        <c:axId val="16880687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80791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cat>
            <c:strRef>
              <c:f>Sheet1!$A$1:$A$4</c:f>
              <c:strCache>
                <c:ptCount val="4"/>
                <c:pt idx="0">
                  <c:v>Məktəb monitorinqi</c:v>
                </c:pt>
                <c:pt idx="1">
                  <c:v>BŞTİ-nin monitorinqi</c:v>
                </c:pt>
                <c:pt idx="2">
                  <c:v>Buraxılış imtahanlarının nəticələri 2020-2021</c:v>
                </c:pt>
                <c:pt idx="3">
                  <c:v>2019-2020</c:v>
                </c:pt>
              </c:strCache>
            </c:strRef>
          </c:cat>
          <c:val>
            <c:numRef>
              <c:f>Sheet1!$B$1:$B$4</c:f>
              <c:numCache>
                <c:formatCode>General</c:formatCode>
                <c:ptCount val="4"/>
                <c:pt idx="0">
                  <c:v>38.89</c:v>
                </c:pt>
                <c:pt idx="1">
                  <c:v>53.23</c:v>
                </c:pt>
                <c:pt idx="2">
                  <c:v>43.81</c:v>
                </c:pt>
                <c:pt idx="3">
                  <c:v>52.81</c:v>
                </c:pt>
              </c:numCache>
            </c:numRef>
          </c:val>
          <c:extLst>
            <c:ext xmlns:c16="http://schemas.microsoft.com/office/drawing/2014/chart" uri="{C3380CC4-5D6E-409C-BE32-E72D297353CC}">
              <c16:uniqueId val="{00000000-7272-4B3B-AD92-03F87405497F}"/>
            </c:ext>
          </c:extLst>
        </c:ser>
        <c:ser>
          <c:idx val="1"/>
          <c:order val="1"/>
          <c:spPr>
            <a:solidFill>
              <a:schemeClr val="accent2"/>
            </a:solidFill>
            <a:ln>
              <a:noFill/>
            </a:ln>
            <a:effectLst/>
          </c:spPr>
          <c:invertIfNegative val="0"/>
          <c:cat>
            <c:strRef>
              <c:f>Sheet1!$A$1:$A$4</c:f>
              <c:strCache>
                <c:ptCount val="4"/>
                <c:pt idx="0">
                  <c:v>Məktəb monitorinqi</c:v>
                </c:pt>
                <c:pt idx="1">
                  <c:v>BŞTİ-nin monitorinqi</c:v>
                </c:pt>
                <c:pt idx="2">
                  <c:v>Buraxılış imtahanlarının nəticələri 2020-2021</c:v>
                </c:pt>
                <c:pt idx="3">
                  <c:v>2019-2020</c:v>
                </c:pt>
              </c:strCache>
            </c:strRef>
          </c:cat>
          <c:val>
            <c:numRef>
              <c:f>Sheet1!$C$1:$C$4</c:f>
              <c:numCache>
                <c:formatCode>General</c:formatCode>
                <c:ptCount val="4"/>
                <c:pt idx="0">
                  <c:v>49.48</c:v>
                </c:pt>
                <c:pt idx="1">
                  <c:v>50.86</c:v>
                </c:pt>
                <c:pt idx="2">
                  <c:v>39.01</c:v>
                </c:pt>
                <c:pt idx="3">
                  <c:v>49.97</c:v>
                </c:pt>
              </c:numCache>
            </c:numRef>
          </c:val>
          <c:extLst>
            <c:ext xmlns:c16="http://schemas.microsoft.com/office/drawing/2014/chart" uri="{C3380CC4-5D6E-409C-BE32-E72D297353CC}">
              <c16:uniqueId val="{00000001-7272-4B3B-AD92-03F87405497F}"/>
            </c:ext>
          </c:extLst>
        </c:ser>
        <c:ser>
          <c:idx val="2"/>
          <c:order val="2"/>
          <c:spPr>
            <a:solidFill>
              <a:schemeClr val="accent3"/>
            </a:solidFill>
            <a:ln>
              <a:noFill/>
            </a:ln>
            <a:effectLst/>
          </c:spPr>
          <c:invertIfNegative val="0"/>
          <c:cat>
            <c:strRef>
              <c:f>Sheet1!$A$1:$A$4</c:f>
              <c:strCache>
                <c:ptCount val="4"/>
                <c:pt idx="0">
                  <c:v>Məktəb monitorinqi</c:v>
                </c:pt>
                <c:pt idx="1">
                  <c:v>BŞTİ-nin monitorinqi</c:v>
                </c:pt>
                <c:pt idx="2">
                  <c:v>Buraxılış imtahanlarının nəticələri 2020-2021</c:v>
                </c:pt>
                <c:pt idx="3">
                  <c:v>2019-2020</c:v>
                </c:pt>
              </c:strCache>
            </c:strRef>
          </c:cat>
          <c:val>
            <c:numRef>
              <c:f>Sheet1!$D$1:$D$4</c:f>
              <c:numCache>
                <c:formatCode>General</c:formatCode>
                <c:ptCount val="4"/>
                <c:pt idx="0">
                  <c:v>48.47</c:v>
                </c:pt>
                <c:pt idx="2">
                  <c:v>32.58</c:v>
                </c:pt>
                <c:pt idx="3">
                  <c:v>36.71</c:v>
                </c:pt>
              </c:numCache>
            </c:numRef>
          </c:val>
          <c:extLst>
            <c:ext xmlns:c16="http://schemas.microsoft.com/office/drawing/2014/chart" uri="{C3380CC4-5D6E-409C-BE32-E72D297353CC}">
              <c16:uniqueId val="{00000002-7272-4B3B-AD92-03F87405497F}"/>
            </c:ext>
          </c:extLst>
        </c:ser>
        <c:dLbls>
          <c:showLegendKey val="0"/>
          <c:showVal val="0"/>
          <c:showCatName val="0"/>
          <c:showSerName val="0"/>
          <c:showPercent val="0"/>
          <c:showBubbleSize val="0"/>
        </c:dLbls>
        <c:gapWidth val="219"/>
        <c:overlap val="-27"/>
        <c:axId val="592792159"/>
        <c:axId val="592795487"/>
      </c:barChart>
      <c:catAx>
        <c:axId val="592792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92795487"/>
        <c:crosses val="autoZero"/>
        <c:auto val="1"/>
        <c:lblAlgn val="ctr"/>
        <c:lblOffset val="100"/>
        <c:noMultiLvlLbl val="0"/>
      </c:catAx>
      <c:valAx>
        <c:axId val="5927954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92792159"/>
        <c:crosses val="autoZero"/>
        <c:crossBetween val="between"/>
      </c:valAx>
      <c:spPr>
        <a:noFill/>
        <a:ln>
          <a:noFill/>
        </a:ln>
        <a:effectLst/>
      </c:spPr>
    </c:plotArea>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Sheet4!$D$5</c:f>
              <c:strCache>
                <c:ptCount val="1"/>
                <c:pt idx="0">
                  <c:v>Monitoriq</c:v>
                </c:pt>
              </c:strCache>
            </c:strRef>
          </c:tx>
          <c:spPr>
            <a:solidFill>
              <a:schemeClr val="accent4">
                <a:lumMod val="20000"/>
                <a:lumOff val="80000"/>
              </a:schemeClr>
            </a:solidFill>
            <a:ln>
              <a:noFill/>
            </a:ln>
            <a:effectLst/>
          </c:spPr>
          <c:invertIfNegative val="0"/>
          <c:cat>
            <c:strRef>
              <c:f>Sheet4!$E$4:$G$4</c:f>
              <c:strCache>
                <c:ptCount val="3"/>
                <c:pt idx="0">
                  <c:v>Tədris dili</c:v>
                </c:pt>
                <c:pt idx="1">
                  <c:v>Riyaziyyat</c:v>
                </c:pt>
                <c:pt idx="2">
                  <c:v>İngilis dili</c:v>
                </c:pt>
              </c:strCache>
            </c:strRef>
          </c:cat>
          <c:val>
            <c:numRef>
              <c:f>Sheet4!$E$5:$G$5</c:f>
              <c:numCache>
                <c:formatCode>General</c:formatCode>
                <c:ptCount val="3"/>
                <c:pt idx="0">
                  <c:v>66.400000000000006</c:v>
                </c:pt>
                <c:pt idx="1">
                  <c:v>46.22</c:v>
                </c:pt>
                <c:pt idx="2">
                  <c:v>46.41</c:v>
                </c:pt>
              </c:numCache>
            </c:numRef>
          </c:val>
          <c:extLst>
            <c:ext xmlns:c16="http://schemas.microsoft.com/office/drawing/2014/chart" uri="{C3380CC4-5D6E-409C-BE32-E72D297353CC}">
              <c16:uniqueId val="{00000000-9B28-4AA5-B741-15145A11C081}"/>
            </c:ext>
          </c:extLst>
        </c:ser>
        <c:ser>
          <c:idx val="1"/>
          <c:order val="1"/>
          <c:tx>
            <c:strRef>
              <c:f>Sheet4!$D$6</c:f>
              <c:strCache>
                <c:ptCount val="1"/>
                <c:pt idx="0">
                  <c:v>İllik</c:v>
                </c:pt>
              </c:strCache>
            </c:strRef>
          </c:tx>
          <c:spPr>
            <a:solidFill>
              <a:schemeClr val="accent5">
                <a:lumMod val="60000"/>
                <a:lumOff val="40000"/>
              </a:schemeClr>
            </a:solidFill>
            <a:ln>
              <a:noFill/>
            </a:ln>
            <a:effectLst/>
          </c:spPr>
          <c:invertIfNegative val="0"/>
          <c:cat>
            <c:strRef>
              <c:f>Sheet4!$E$4:$G$4</c:f>
              <c:strCache>
                <c:ptCount val="3"/>
                <c:pt idx="0">
                  <c:v>Tədris dili</c:v>
                </c:pt>
                <c:pt idx="1">
                  <c:v>Riyaziyyat</c:v>
                </c:pt>
                <c:pt idx="2">
                  <c:v>İngilis dili</c:v>
                </c:pt>
              </c:strCache>
            </c:strRef>
          </c:cat>
          <c:val>
            <c:numRef>
              <c:f>Sheet4!$E$6:$G$6</c:f>
              <c:numCache>
                <c:formatCode>General</c:formatCode>
                <c:ptCount val="3"/>
                <c:pt idx="0">
                  <c:v>67.14</c:v>
                </c:pt>
                <c:pt idx="1">
                  <c:v>61.07</c:v>
                </c:pt>
                <c:pt idx="2">
                  <c:v>62.76</c:v>
                </c:pt>
              </c:numCache>
            </c:numRef>
          </c:val>
          <c:extLst>
            <c:ext xmlns:c16="http://schemas.microsoft.com/office/drawing/2014/chart" uri="{C3380CC4-5D6E-409C-BE32-E72D297353CC}">
              <c16:uniqueId val="{00000001-9B28-4AA5-B741-15145A11C081}"/>
            </c:ext>
          </c:extLst>
        </c:ser>
        <c:dLbls>
          <c:showLegendKey val="0"/>
          <c:showVal val="0"/>
          <c:showCatName val="0"/>
          <c:showSerName val="0"/>
          <c:showPercent val="0"/>
          <c:showBubbleSize val="0"/>
        </c:dLbls>
        <c:gapWidth val="219"/>
        <c:overlap val="-27"/>
        <c:axId val="1688070799"/>
        <c:axId val="1688064975"/>
      </c:barChart>
      <c:catAx>
        <c:axId val="16880707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8064975"/>
        <c:crosses val="autoZero"/>
        <c:auto val="1"/>
        <c:lblAlgn val="ctr"/>
        <c:lblOffset val="100"/>
        <c:noMultiLvlLbl val="0"/>
      </c:catAx>
      <c:valAx>
        <c:axId val="1688064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807079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7B5FE6-1259-484B-9E9A-CC466C798F33}"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B25F3945-3C38-4942-98BD-4C37A300929A}">
      <dgm:prSet custT="1"/>
      <dgm:spPr/>
      <dgm:t>
        <a:bodyPr/>
        <a:lstStyle/>
        <a:p>
          <a:pPr rtl="0"/>
          <a:r>
            <a:rPr lang="en-US" sz="1800" dirty="0" smtClean="0">
              <a:solidFill>
                <a:srgbClr val="FF0000"/>
              </a:solidFill>
            </a:rPr>
            <a:t>2020-2021-ci </a:t>
          </a:r>
          <a:r>
            <a:rPr lang="en-US" sz="1800" dirty="0" err="1" smtClean="0">
              <a:solidFill>
                <a:srgbClr val="FF0000"/>
              </a:solidFill>
            </a:rPr>
            <a:t>tədris</a:t>
          </a:r>
          <a:r>
            <a:rPr lang="en-US" sz="1800" dirty="0" smtClean="0">
              <a:solidFill>
                <a:srgbClr val="FF0000"/>
              </a:solidFill>
            </a:rPr>
            <a:t> </a:t>
          </a:r>
          <a:r>
            <a:rPr lang="en-US" sz="1800" dirty="0" err="1" smtClean="0">
              <a:solidFill>
                <a:srgbClr val="FF0000"/>
              </a:solidFill>
            </a:rPr>
            <a:t>ilinin</a:t>
          </a:r>
          <a:r>
            <a:rPr lang="en-US" sz="1800" dirty="0" smtClean="0">
              <a:solidFill>
                <a:srgbClr val="FF0000"/>
              </a:solidFill>
            </a:rPr>
            <a:t> </a:t>
          </a:r>
          <a:r>
            <a:rPr lang="en-US" sz="1800" dirty="0" err="1" smtClean="0">
              <a:solidFill>
                <a:srgbClr val="FF0000"/>
              </a:solidFill>
            </a:rPr>
            <a:t>əvvəlində</a:t>
          </a:r>
          <a:r>
            <a:rPr lang="en-US" sz="1800" dirty="0" smtClean="0">
              <a:solidFill>
                <a:srgbClr val="FF0000"/>
              </a:solidFill>
            </a:rPr>
            <a:t> </a:t>
          </a:r>
          <a:r>
            <a:rPr lang="en-US" sz="1800" dirty="0" err="1" smtClean="0">
              <a:solidFill>
                <a:srgbClr val="FF0000"/>
              </a:solidFill>
            </a:rPr>
            <a:t>məktəbdə</a:t>
          </a:r>
          <a:r>
            <a:rPr lang="en-US" sz="1800" dirty="0" smtClean="0">
              <a:solidFill>
                <a:srgbClr val="FF0000"/>
              </a:solidFill>
            </a:rPr>
            <a:t> 1-4</a:t>
          </a:r>
          <a:r>
            <a:rPr lang="az-Latn-AZ" sz="1800" dirty="0" smtClean="0">
              <a:solidFill>
                <a:srgbClr val="FF0000"/>
              </a:solidFill>
            </a:rPr>
            <a:t>-</a:t>
          </a:r>
          <a:r>
            <a:rPr lang="en-US" sz="1800" dirty="0" err="1" smtClean="0">
              <a:solidFill>
                <a:srgbClr val="FF0000"/>
              </a:solidFill>
            </a:rPr>
            <a:t>cü</a:t>
          </a:r>
          <a:r>
            <a:rPr lang="en-US" sz="1800" dirty="0" smtClean="0">
              <a:solidFill>
                <a:srgbClr val="FF0000"/>
              </a:solidFill>
            </a:rPr>
            <a:t> </a:t>
          </a:r>
          <a:r>
            <a:rPr lang="en-US" sz="1800" dirty="0" err="1" smtClean="0">
              <a:solidFill>
                <a:srgbClr val="FF0000"/>
              </a:solidFill>
            </a:rPr>
            <a:t>siniflər</a:t>
          </a:r>
          <a:r>
            <a:rPr lang="en-US" sz="1800" dirty="0" smtClean="0">
              <a:solidFill>
                <a:srgbClr val="FF0000"/>
              </a:solidFill>
            </a:rPr>
            <a:t> </a:t>
          </a:r>
          <a:r>
            <a:rPr lang="en-US" sz="1800" dirty="0" err="1" smtClean="0">
              <a:solidFill>
                <a:srgbClr val="FF0000"/>
              </a:solidFill>
            </a:rPr>
            <a:t>üzrə</a:t>
          </a:r>
          <a:r>
            <a:rPr lang="en-US" sz="1800" dirty="0" smtClean="0">
              <a:solidFill>
                <a:srgbClr val="FF0000"/>
              </a:solidFill>
            </a:rPr>
            <a:t> 26 </a:t>
          </a:r>
          <a:r>
            <a:rPr lang="en-US" sz="1800" dirty="0" err="1" smtClean="0">
              <a:solidFill>
                <a:srgbClr val="FF0000"/>
              </a:solidFill>
            </a:rPr>
            <a:t>sinif</a:t>
          </a:r>
          <a:r>
            <a:rPr lang="en-US" sz="1800" dirty="0" smtClean="0">
              <a:solidFill>
                <a:srgbClr val="FF0000"/>
              </a:solidFill>
            </a:rPr>
            <a:t>, 5-9-cu </a:t>
          </a:r>
          <a:r>
            <a:rPr lang="en-US" sz="1800" dirty="0" err="1" smtClean="0">
              <a:solidFill>
                <a:srgbClr val="FF0000"/>
              </a:solidFill>
            </a:rPr>
            <a:t>siniflər</a:t>
          </a:r>
          <a:r>
            <a:rPr lang="en-US" sz="1800" dirty="0" smtClean="0">
              <a:solidFill>
                <a:srgbClr val="FF0000"/>
              </a:solidFill>
            </a:rPr>
            <a:t> </a:t>
          </a:r>
          <a:r>
            <a:rPr lang="en-US" sz="1800" dirty="0" err="1" smtClean="0">
              <a:solidFill>
                <a:srgbClr val="FF0000"/>
              </a:solidFill>
            </a:rPr>
            <a:t>üzrə</a:t>
          </a:r>
          <a:r>
            <a:rPr lang="en-US" sz="1800" dirty="0" smtClean="0">
              <a:solidFill>
                <a:srgbClr val="FF0000"/>
              </a:solidFill>
            </a:rPr>
            <a:t> 33 </a:t>
          </a:r>
          <a:r>
            <a:rPr lang="en-US" sz="1800" dirty="0" err="1" smtClean="0">
              <a:solidFill>
                <a:srgbClr val="FF0000"/>
              </a:solidFill>
            </a:rPr>
            <a:t>sinif</a:t>
          </a:r>
          <a:r>
            <a:rPr lang="en-US" sz="1800" dirty="0" smtClean="0">
              <a:solidFill>
                <a:srgbClr val="FF0000"/>
              </a:solidFill>
            </a:rPr>
            <a:t>, 10-11-ci </a:t>
          </a:r>
          <a:r>
            <a:rPr lang="en-US" sz="1800" dirty="0" err="1" smtClean="0">
              <a:solidFill>
                <a:srgbClr val="FF0000"/>
              </a:solidFill>
            </a:rPr>
            <a:t>siniflər</a:t>
          </a:r>
          <a:r>
            <a:rPr lang="en-US" sz="1800" dirty="0" smtClean="0">
              <a:solidFill>
                <a:srgbClr val="FF0000"/>
              </a:solidFill>
            </a:rPr>
            <a:t> </a:t>
          </a:r>
          <a:r>
            <a:rPr lang="en-US" sz="1800" dirty="0" err="1" smtClean="0">
              <a:solidFill>
                <a:srgbClr val="FF0000"/>
              </a:solidFill>
            </a:rPr>
            <a:t>üzrə</a:t>
          </a:r>
          <a:r>
            <a:rPr lang="en-US" sz="1800" dirty="0" smtClean="0">
              <a:solidFill>
                <a:srgbClr val="FF0000"/>
              </a:solidFill>
            </a:rPr>
            <a:t> </a:t>
          </a:r>
          <a:r>
            <a:rPr lang="az-Latn-AZ" sz="1800" dirty="0" smtClean="0">
              <a:solidFill>
                <a:srgbClr val="FF0000"/>
              </a:solidFill>
            </a:rPr>
            <a:t>isə </a:t>
          </a:r>
          <a:r>
            <a:rPr lang="en-US" sz="1800" dirty="0" smtClean="0">
              <a:solidFill>
                <a:srgbClr val="FF0000"/>
              </a:solidFill>
            </a:rPr>
            <a:t>8 </a:t>
          </a:r>
          <a:r>
            <a:rPr lang="en-US" sz="1800" dirty="0" err="1" smtClean="0">
              <a:solidFill>
                <a:srgbClr val="FF0000"/>
              </a:solidFill>
            </a:rPr>
            <a:t>sinif</a:t>
          </a:r>
          <a:r>
            <a:rPr lang="en-US" sz="1800" dirty="0" smtClean="0">
              <a:solidFill>
                <a:srgbClr val="FF0000"/>
              </a:solidFill>
            </a:rPr>
            <a:t> </a:t>
          </a:r>
          <a:r>
            <a:rPr lang="en-US" sz="1800" dirty="0" err="1" smtClean="0">
              <a:solidFill>
                <a:srgbClr val="FF0000"/>
              </a:solidFill>
            </a:rPr>
            <a:t>mövcud</a:t>
          </a:r>
          <a:r>
            <a:rPr lang="en-US" sz="1800" dirty="0" smtClean="0">
              <a:solidFill>
                <a:srgbClr val="FF0000"/>
              </a:solidFill>
            </a:rPr>
            <a:t> </a:t>
          </a:r>
          <a:r>
            <a:rPr lang="en-US" sz="1800" dirty="0" err="1" smtClean="0">
              <a:solidFill>
                <a:srgbClr val="FF0000"/>
              </a:solidFill>
            </a:rPr>
            <a:t>olmuşdur</a:t>
          </a:r>
          <a:r>
            <a:rPr lang="en-US" sz="1800" dirty="0" smtClean="0">
              <a:solidFill>
                <a:srgbClr val="FF0000"/>
              </a:solidFill>
            </a:rPr>
            <a:t>. </a:t>
          </a:r>
          <a:r>
            <a:rPr lang="en-US" sz="1800" dirty="0" err="1" smtClean="0">
              <a:solidFill>
                <a:srgbClr val="FF0000"/>
              </a:solidFill>
            </a:rPr>
            <a:t>Məktəb</a:t>
          </a:r>
          <a:r>
            <a:rPr lang="en-US" sz="1800" dirty="0" smtClean="0">
              <a:solidFill>
                <a:srgbClr val="FF0000"/>
              </a:solidFill>
            </a:rPr>
            <a:t> </a:t>
          </a:r>
          <a:r>
            <a:rPr lang="en-US" sz="1800" dirty="0" err="1" smtClean="0">
              <a:solidFill>
                <a:srgbClr val="FF0000"/>
              </a:solidFill>
            </a:rPr>
            <a:t>üzrə</a:t>
          </a:r>
          <a:r>
            <a:rPr lang="en-US" sz="1800" dirty="0" smtClean="0">
              <a:solidFill>
                <a:srgbClr val="FF0000"/>
              </a:solidFill>
            </a:rPr>
            <a:t> </a:t>
          </a:r>
          <a:r>
            <a:rPr lang="en-US" sz="1800" dirty="0" err="1" smtClean="0">
              <a:solidFill>
                <a:srgbClr val="FF0000"/>
              </a:solidFill>
            </a:rPr>
            <a:t>ümumi</a:t>
          </a:r>
          <a:r>
            <a:rPr lang="en-US" sz="1800" dirty="0" smtClean="0">
              <a:solidFill>
                <a:srgbClr val="FF0000"/>
              </a:solidFill>
            </a:rPr>
            <a:t> </a:t>
          </a:r>
          <a:r>
            <a:rPr lang="en-US" sz="1800" dirty="0" err="1" smtClean="0">
              <a:solidFill>
                <a:srgbClr val="FF0000"/>
              </a:solidFill>
            </a:rPr>
            <a:t>sinif</a:t>
          </a:r>
          <a:r>
            <a:rPr lang="en-US" sz="1800" dirty="0" smtClean="0">
              <a:solidFill>
                <a:srgbClr val="FF0000"/>
              </a:solidFill>
            </a:rPr>
            <a:t> </a:t>
          </a:r>
          <a:r>
            <a:rPr lang="en-US" sz="1800" dirty="0" err="1" smtClean="0">
              <a:solidFill>
                <a:srgbClr val="FF0000"/>
              </a:solidFill>
            </a:rPr>
            <a:t>sayı</a:t>
          </a:r>
          <a:r>
            <a:rPr lang="en-US" sz="1800" dirty="0" smtClean="0">
              <a:solidFill>
                <a:srgbClr val="FF0000"/>
              </a:solidFill>
            </a:rPr>
            <a:t> 67 </a:t>
          </a:r>
          <a:r>
            <a:rPr lang="en-US" sz="1800" dirty="0" err="1" smtClean="0">
              <a:solidFill>
                <a:srgbClr val="FF0000"/>
              </a:solidFill>
            </a:rPr>
            <a:t>olmuşdur</a:t>
          </a:r>
          <a:r>
            <a:rPr lang="en-US" sz="1800" dirty="0" smtClean="0">
              <a:solidFill>
                <a:srgbClr val="FF0000"/>
              </a:solidFill>
            </a:rPr>
            <a:t>. </a:t>
          </a:r>
          <a:r>
            <a:rPr lang="en-US" sz="1800" dirty="0" err="1" smtClean="0">
              <a:solidFill>
                <a:srgbClr val="FF0000"/>
              </a:solidFill>
            </a:rPr>
            <a:t>Ümumi</a:t>
          </a:r>
          <a:r>
            <a:rPr lang="en-US" sz="1800" dirty="0" smtClean="0">
              <a:solidFill>
                <a:srgbClr val="FF0000"/>
              </a:solidFill>
            </a:rPr>
            <a:t> </a:t>
          </a:r>
          <a:r>
            <a:rPr lang="en-US" sz="1800" dirty="0" err="1" smtClean="0">
              <a:solidFill>
                <a:srgbClr val="FF0000"/>
              </a:solidFill>
            </a:rPr>
            <a:t>şagird</a:t>
          </a:r>
          <a:r>
            <a:rPr lang="en-US" sz="1800" dirty="0" smtClean="0">
              <a:solidFill>
                <a:srgbClr val="FF0000"/>
              </a:solidFill>
            </a:rPr>
            <a:t> </a:t>
          </a:r>
          <a:r>
            <a:rPr lang="en-US" sz="1800" dirty="0" err="1" smtClean="0">
              <a:solidFill>
                <a:srgbClr val="FF0000"/>
              </a:solidFill>
            </a:rPr>
            <a:t>sayı</a:t>
          </a:r>
          <a:r>
            <a:rPr lang="en-US" sz="1800" dirty="0" smtClean="0">
              <a:solidFill>
                <a:srgbClr val="FF0000"/>
              </a:solidFill>
            </a:rPr>
            <a:t> </a:t>
          </a:r>
          <a:r>
            <a:rPr lang="az-Latn-AZ" sz="1800" dirty="0" smtClean="0">
              <a:solidFill>
                <a:srgbClr val="FF0000"/>
              </a:solidFill>
            </a:rPr>
            <a:t>isə</a:t>
          </a:r>
          <a:r>
            <a:rPr lang="en-US" sz="1800" dirty="0" smtClean="0">
              <a:solidFill>
                <a:srgbClr val="FF0000"/>
              </a:solidFill>
            </a:rPr>
            <a:t>1604 </a:t>
          </a:r>
          <a:r>
            <a:rPr lang="en-US" sz="1800" dirty="0" err="1" smtClean="0">
              <a:solidFill>
                <a:srgbClr val="FF0000"/>
              </a:solidFill>
            </a:rPr>
            <a:t>nəfər</a:t>
          </a:r>
          <a:r>
            <a:rPr lang="en-US" sz="1800" dirty="0" smtClean="0">
              <a:solidFill>
                <a:srgbClr val="FF0000"/>
              </a:solidFill>
            </a:rPr>
            <a:t> </a:t>
          </a:r>
          <a:r>
            <a:rPr lang="en-US" sz="1800" dirty="0" err="1" smtClean="0">
              <a:solidFill>
                <a:srgbClr val="FF0000"/>
              </a:solidFill>
            </a:rPr>
            <a:t>olmuşdur</a:t>
          </a:r>
          <a:r>
            <a:rPr lang="en-US" sz="1800" dirty="0" smtClean="0">
              <a:solidFill>
                <a:srgbClr val="FF0000"/>
              </a:solidFill>
            </a:rPr>
            <a:t>.</a:t>
          </a:r>
          <a:endParaRPr lang="en-US" sz="1800" dirty="0">
            <a:solidFill>
              <a:srgbClr val="FF0000"/>
            </a:solidFill>
          </a:endParaRPr>
        </a:p>
      </dgm:t>
    </dgm:pt>
    <dgm:pt modelId="{34DC0B74-D8FF-4FB8-9CE7-94FBC1ED2CA3}" type="parTrans" cxnId="{77403C90-148A-4D56-8073-F9FD64AC5BA8}">
      <dgm:prSet/>
      <dgm:spPr/>
      <dgm:t>
        <a:bodyPr/>
        <a:lstStyle/>
        <a:p>
          <a:endParaRPr lang="en-US" sz="1800"/>
        </a:p>
      </dgm:t>
    </dgm:pt>
    <dgm:pt modelId="{7A8B21B4-23B4-4391-B7B2-3DB7F9BDB372}" type="sibTrans" cxnId="{77403C90-148A-4D56-8073-F9FD64AC5BA8}">
      <dgm:prSet/>
      <dgm:spPr/>
      <dgm:t>
        <a:bodyPr/>
        <a:lstStyle/>
        <a:p>
          <a:endParaRPr lang="en-US" sz="1800"/>
        </a:p>
      </dgm:t>
    </dgm:pt>
    <dgm:pt modelId="{682C3FD7-0832-4845-9AB4-323B21B5EFDB}">
      <dgm:prSet custT="1"/>
      <dgm:spPr/>
      <dgm:t>
        <a:bodyPr/>
        <a:lstStyle/>
        <a:p>
          <a:pPr rtl="0"/>
          <a:r>
            <a:rPr lang="en-US" sz="1800" dirty="0" err="1" smtClean="0">
              <a:solidFill>
                <a:srgbClr val="00B0F0"/>
              </a:solidFill>
            </a:rPr>
            <a:t>Tədris</a:t>
          </a:r>
          <a:r>
            <a:rPr lang="en-US" sz="1800" dirty="0" smtClean="0">
              <a:solidFill>
                <a:srgbClr val="00B0F0"/>
              </a:solidFill>
            </a:rPr>
            <a:t> </a:t>
          </a:r>
          <a:r>
            <a:rPr lang="en-US" sz="1800" dirty="0" err="1" smtClean="0">
              <a:solidFill>
                <a:srgbClr val="00B0F0"/>
              </a:solidFill>
            </a:rPr>
            <a:t>ilinin</a:t>
          </a:r>
          <a:r>
            <a:rPr lang="en-US" sz="1800" dirty="0" smtClean="0">
              <a:solidFill>
                <a:srgbClr val="00B0F0"/>
              </a:solidFill>
            </a:rPr>
            <a:t> </a:t>
          </a:r>
          <a:r>
            <a:rPr lang="en-US" sz="1800" dirty="0" err="1" smtClean="0">
              <a:solidFill>
                <a:srgbClr val="00B0F0"/>
              </a:solidFill>
            </a:rPr>
            <a:t>sonunda</a:t>
          </a:r>
          <a:r>
            <a:rPr lang="en-US" sz="1800" dirty="0" smtClean="0">
              <a:solidFill>
                <a:srgbClr val="00B0F0"/>
              </a:solidFill>
            </a:rPr>
            <a:t> </a:t>
          </a:r>
          <a:r>
            <a:rPr lang="en-US" sz="1800" dirty="0" err="1" smtClean="0">
              <a:solidFill>
                <a:srgbClr val="00B0F0"/>
              </a:solidFill>
            </a:rPr>
            <a:t>məktəbdə</a:t>
          </a:r>
          <a:r>
            <a:rPr lang="az-Latn-AZ" sz="1800" dirty="0" smtClean="0">
              <a:solidFill>
                <a:srgbClr val="00B0F0"/>
              </a:solidFill>
            </a:rPr>
            <a:t> </a:t>
          </a:r>
          <a:r>
            <a:rPr lang="en-US" sz="1800" dirty="0" smtClean="0">
              <a:solidFill>
                <a:srgbClr val="00B0F0"/>
              </a:solidFill>
            </a:rPr>
            <a:t>1-4-cü </a:t>
          </a:r>
          <a:r>
            <a:rPr lang="en-US" sz="1800" dirty="0" err="1" smtClean="0">
              <a:solidFill>
                <a:srgbClr val="00B0F0"/>
              </a:solidFill>
            </a:rPr>
            <a:t>siniflər</a:t>
          </a:r>
          <a:r>
            <a:rPr lang="en-US" sz="1800" dirty="0" smtClean="0">
              <a:solidFill>
                <a:srgbClr val="00B0F0"/>
              </a:solidFill>
            </a:rPr>
            <a:t> </a:t>
          </a:r>
          <a:r>
            <a:rPr lang="en-US" sz="1800" dirty="0" err="1" smtClean="0">
              <a:solidFill>
                <a:srgbClr val="00B0F0"/>
              </a:solidFill>
            </a:rPr>
            <a:t>üzrə</a:t>
          </a:r>
          <a:r>
            <a:rPr lang="en-US" sz="1800" dirty="0" smtClean="0">
              <a:solidFill>
                <a:srgbClr val="00B0F0"/>
              </a:solidFill>
            </a:rPr>
            <a:t> 26 </a:t>
          </a:r>
          <a:r>
            <a:rPr lang="en-US" sz="1800" dirty="0" err="1" smtClean="0">
              <a:solidFill>
                <a:srgbClr val="00B0F0"/>
              </a:solidFill>
            </a:rPr>
            <a:t>sinif</a:t>
          </a:r>
          <a:r>
            <a:rPr lang="en-US" sz="1800" dirty="0" smtClean="0">
              <a:solidFill>
                <a:srgbClr val="00B0F0"/>
              </a:solidFill>
            </a:rPr>
            <a:t>, 5-9-cu </a:t>
          </a:r>
          <a:r>
            <a:rPr lang="en-US" sz="1800" dirty="0" err="1" smtClean="0">
              <a:solidFill>
                <a:srgbClr val="00B0F0"/>
              </a:solidFill>
            </a:rPr>
            <a:t>siniflər</a:t>
          </a:r>
          <a:r>
            <a:rPr lang="en-US" sz="1800" dirty="0" smtClean="0">
              <a:solidFill>
                <a:srgbClr val="00B0F0"/>
              </a:solidFill>
            </a:rPr>
            <a:t> </a:t>
          </a:r>
          <a:r>
            <a:rPr lang="en-US" sz="1800" dirty="0" err="1" smtClean="0">
              <a:solidFill>
                <a:srgbClr val="00B0F0"/>
              </a:solidFill>
            </a:rPr>
            <a:t>üzrə</a:t>
          </a:r>
          <a:r>
            <a:rPr lang="en-US" sz="1800" dirty="0" smtClean="0">
              <a:solidFill>
                <a:srgbClr val="00B0F0"/>
              </a:solidFill>
            </a:rPr>
            <a:t> </a:t>
          </a:r>
          <a:r>
            <a:rPr lang="az-Latn-AZ" sz="1800" dirty="0" smtClean="0">
              <a:solidFill>
                <a:srgbClr val="00B0F0"/>
              </a:solidFill>
            </a:rPr>
            <a:t>33</a:t>
          </a:r>
          <a:r>
            <a:rPr lang="en-US" sz="1800" dirty="0" smtClean="0">
              <a:solidFill>
                <a:srgbClr val="00B0F0"/>
              </a:solidFill>
            </a:rPr>
            <a:t> </a:t>
          </a:r>
          <a:r>
            <a:rPr lang="en-US" sz="1800" dirty="0" err="1" smtClean="0">
              <a:solidFill>
                <a:srgbClr val="00B0F0"/>
              </a:solidFill>
            </a:rPr>
            <a:t>sinif</a:t>
          </a:r>
          <a:r>
            <a:rPr lang="en-US" sz="1800" dirty="0" smtClean="0">
              <a:solidFill>
                <a:srgbClr val="00B0F0"/>
              </a:solidFill>
            </a:rPr>
            <a:t>, 10-11-ci </a:t>
          </a:r>
          <a:r>
            <a:rPr lang="en-US" sz="1800" dirty="0" err="1" smtClean="0">
              <a:solidFill>
                <a:srgbClr val="00B0F0"/>
              </a:solidFill>
            </a:rPr>
            <a:t>siniflər</a:t>
          </a:r>
          <a:r>
            <a:rPr lang="en-US" sz="1800" dirty="0" smtClean="0">
              <a:solidFill>
                <a:srgbClr val="00B0F0"/>
              </a:solidFill>
            </a:rPr>
            <a:t> </a:t>
          </a:r>
          <a:r>
            <a:rPr lang="en-US" sz="1800" dirty="0" err="1" smtClean="0">
              <a:solidFill>
                <a:srgbClr val="00B0F0"/>
              </a:solidFill>
            </a:rPr>
            <a:t>üzrə</a:t>
          </a:r>
          <a:r>
            <a:rPr lang="en-US" sz="1800" dirty="0" smtClean="0">
              <a:solidFill>
                <a:srgbClr val="00B0F0"/>
              </a:solidFill>
            </a:rPr>
            <a:t> </a:t>
          </a:r>
          <a:r>
            <a:rPr lang="az-Latn-AZ" sz="1800" dirty="0" smtClean="0">
              <a:solidFill>
                <a:srgbClr val="00B0F0"/>
              </a:solidFill>
            </a:rPr>
            <a:t>isə </a:t>
          </a:r>
          <a:r>
            <a:rPr lang="en-US" sz="1800" dirty="0" smtClean="0">
              <a:solidFill>
                <a:srgbClr val="00B0F0"/>
              </a:solidFill>
            </a:rPr>
            <a:t>8 </a:t>
          </a:r>
          <a:r>
            <a:rPr lang="en-US" sz="1800" dirty="0" err="1" smtClean="0">
              <a:solidFill>
                <a:srgbClr val="00B0F0"/>
              </a:solidFill>
            </a:rPr>
            <a:t>sinif</a:t>
          </a:r>
          <a:r>
            <a:rPr lang="en-US" sz="1800" dirty="0" smtClean="0">
              <a:solidFill>
                <a:srgbClr val="00B0F0"/>
              </a:solidFill>
            </a:rPr>
            <a:t> </a:t>
          </a:r>
          <a:r>
            <a:rPr lang="en-US" sz="1800" dirty="0" err="1" smtClean="0">
              <a:solidFill>
                <a:srgbClr val="00B0F0"/>
              </a:solidFill>
            </a:rPr>
            <a:t>mövcud</a:t>
          </a:r>
          <a:r>
            <a:rPr lang="en-US" sz="1800" dirty="0" smtClean="0">
              <a:solidFill>
                <a:srgbClr val="00B0F0"/>
              </a:solidFill>
            </a:rPr>
            <a:t> </a:t>
          </a:r>
          <a:r>
            <a:rPr lang="en-US" sz="1800" dirty="0" err="1" smtClean="0">
              <a:solidFill>
                <a:srgbClr val="00B0F0"/>
              </a:solidFill>
            </a:rPr>
            <a:t>olmuşdur</a:t>
          </a:r>
          <a:r>
            <a:rPr lang="en-US" sz="1800" dirty="0" smtClean="0">
              <a:solidFill>
                <a:srgbClr val="00B0F0"/>
              </a:solidFill>
            </a:rPr>
            <a:t>.</a:t>
          </a:r>
          <a:r>
            <a:rPr lang="az-Latn-AZ" sz="1800" dirty="0" smtClean="0">
              <a:solidFill>
                <a:srgbClr val="00B0F0"/>
              </a:solidFill>
            </a:rPr>
            <a:t> </a:t>
          </a:r>
          <a:r>
            <a:rPr lang="en-US" sz="1800" dirty="0" err="1" smtClean="0">
              <a:solidFill>
                <a:srgbClr val="00B0F0"/>
              </a:solidFill>
            </a:rPr>
            <a:t>Məktəb</a:t>
          </a:r>
          <a:r>
            <a:rPr lang="en-US" sz="1800" dirty="0" smtClean="0">
              <a:solidFill>
                <a:srgbClr val="00B0F0"/>
              </a:solidFill>
            </a:rPr>
            <a:t> </a:t>
          </a:r>
          <a:r>
            <a:rPr lang="en-US" sz="1800" dirty="0" err="1" smtClean="0">
              <a:solidFill>
                <a:srgbClr val="00B0F0"/>
              </a:solidFill>
            </a:rPr>
            <a:t>üzrə</a:t>
          </a:r>
          <a:r>
            <a:rPr lang="en-US" sz="1800" dirty="0" smtClean="0">
              <a:solidFill>
                <a:srgbClr val="00B0F0"/>
              </a:solidFill>
            </a:rPr>
            <a:t> </a:t>
          </a:r>
          <a:r>
            <a:rPr lang="en-US" sz="1800" dirty="0" err="1" smtClean="0">
              <a:solidFill>
                <a:srgbClr val="00B0F0"/>
              </a:solidFill>
            </a:rPr>
            <a:t>ümumi</a:t>
          </a:r>
          <a:r>
            <a:rPr lang="en-US" sz="1800" dirty="0" smtClean="0">
              <a:solidFill>
                <a:srgbClr val="00B0F0"/>
              </a:solidFill>
            </a:rPr>
            <a:t> </a:t>
          </a:r>
          <a:r>
            <a:rPr lang="en-US" sz="1800" dirty="0" err="1" smtClean="0">
              <a:solidFill>
                <a:srgbClr val="00B0F0"/>
              </a:solidFill>
            </a:rPr>
            <a:t>sinif</a:t>
          </a:r>
          <a:r>
            <a:rPr lang="en-US" sz="1800" dirty="0" smtClean="0">
              <a:solidFill>
                <a:srgbClr val="00B0F0"/>
              </a:solidFill>
            </a:rPr>
            <a:t> </a:t>
          </a:r>
          <a:r>
            <a:rPr lang="en-US" sz="1800" dirty="0" err="1" smtClean="0">
              <a:solidFill>
                <a:srgbClr val="00B0F0"/>
              </a:solidFill>
            </a:rPr>
            <a:t>sayı</a:t>
          </a:r>
          <a:r>
            <a:rPr lang="en-US" sz="1800" dirty="0" smtClean="0">
              <a:solidFill>
                <a:srgbClr val="00B0F0"/>
              </a:solidFill>
            </a:rPr>
            <a:t> 67 </a:t>
          </a:r>
          <a:r>
            <a:rPr lang="en-US" sz="1800" dirty="0" err="1" smtClean="0">
              <a:solidFill>
                <a:srgbClr val="00B0F0"/>
              </a:solidFill>
            </a:rPr>
            <a:t>olmuşdur</a:t>
          </a:r>
          <a:r>
            <a:rPr lang="en-US" sz="1800" dirty="0" smtClean="0">
              <a:solidFill>
                <a:srgbClr val="00B0F0"/>
              </a:solidFill>
            </a:rPr>
            <a:t>.</a:t>
          </a:r>
          <a:r>
            <a:rPr lang="az-Latn-AZ" sz="1800" dirty="0" smtClean="0">
              <a:solidFill>
                <a:srgbClr val="00B0F0"/>
              </a:solidFill>
            </a:rPr>
            <a:t> </a:t>
          </a:r>
          <a:r>
            <a:rPr lang="en-US" sz="1800" dirty="0" err="1" smtClean="0">
              <a:solidFill>
                <a:srgbClr val="00B0F0"/>
              </a:solidFill>
            </a:rPr>
            <a:t>Ümumi</a:t>
          </a:r>
          <a:r>
            <a:rPr lang="en-US" sz="1800" dirty="0" smtClean="0">
              <a:solidFill>
                <a:srgbClr val="00B0F0"/>
              </a:solidFill>
            </a:rPr>
            <a:t> </a:t>
          </a:r>
          <a:r>
            <a:rPr lang="en-US" sz="1800" dirty="0" err="1" smtClean="0">
              <a:solidFill>
                <a:srgbClr val="00B0F0"/>
              </a:solidFill>
            </a:rPr>
            <a:t>şagird</a:t>
          </a:r>
          <a:r>
            <a:rPr lang="en-US" sz="1800" dirty="0" smtClean="0">
              <a:solidFill>
                <a:srgbClr val="00B0F0"/>
              </a:solidFill>
            </a:rPr>
            <a:t> </a:t>
          </a:r>
          <a:r>
            <a:rPr lang="en-US" sz="1800" dirty="0" err="1" smtClean="0">
              <a:solidFill>
                <a:srgbClr val="00B0F0"/>
              </a:solidFill>
            </a:rPr>
            <a:t>sayı</a:t>
          </a:r>
          <a:r>
            <a:rPr lang="en-US" sz="1800" dirty="0" smtClean="0">
              <a:solidFill>
                <a:srgbClr val="00B0F0"/>
              </a:solidFill>
            </a:rPr>
            <a:t> </a:t>
          </a:r>
          <a:r>
            <a:rPr lang="az-Latn-AZ" sz="1800" dirty="0" smtClean="0">
              <a:solidFill>
                <a:srgbClr val="00B0F0"/>
              </a:solidFill>
            </a:rPr>
            <a:t>isə </a:t>
          </a:r>
          <a:r>
            <a:rPr lang="en-US" sz="1800" dirty="0" smtClean="0">
              <a:solidFill>
                <a:srgbClr val="00B0F0"/>
              </a:solidFill>
            </a:rPr>
            <a:t>1537 </a:t>
          </a:r>
          <a:r>
            <a:rPr lang="en-US" sz="1800" dirty="0" err="1" smtClean="0">
              <a:solidFill>
                <a:srgbClr val="00B0F0"/>
              </a:solidFill>
            </a:rPr>
            <a:t>nəfər</a:t>
          </a:r>
          <a:r>
            <a:rPr lang="en-US" sz="1800" dirty="0" smtClean="0">
              <a:solidFill>
                <a:srgbClr val="00B0F0"/>
              </a:solidFill>
            </a:rPr>
            <a:t> </a:t>
          </a:r>
          <a:r>
            <a:rPr lang="en-US" sz="1800" dirty="0" err="1" smtClean="0">
              <a:solidFill>
                <a:srgbClr val="00B0F0"/>
              </a:solidFill>
            </a:rPr>
            <a:t>olmuşdur</a:t>
          </a:r>
          <a:r>
            <a:rPr lang="en-US" sz="1800" dirty="0" smtClean="0">
              <a:solidFill>
                <a:srgbClr val="00B0F0"/>
              </a:solidFill>
            </a:rPr>
            <a:t>.</a:t>
          </a:r>
          <a:endParaRPr lang="en-US" sz="1800" dirty="0">
            <a:solidFill>
              <a:srgbClr val="00B0F0"/>
            </a:solidFill>
          </a:endParaRPr>
        </a:p>
      </dgm:t>
    </dgm:pt>
    <dgm:pt modelId="{D0873010-AA38-4E3B-9A3C-69BD8130F98B}" type="parTrans" cxnId="{93F84A2D-0140-4108-956D-4832281F9B93}">
      <dgm:prSet/>
      <dgm:spPr/>
      <dgm:t>
        <a:bodyPr/>
        <a:lstStyle/>
        <a:p>
          <a:endParaRPr lang="en-US" sz="1800"/>
        </a:p>
      </dgm:t>
    </dgm:pt>
    <dgm:pt modelId="{8C50E3F2-FF5A-4D02-8333-B0BFFE336F1E}" type="sibTrans" cxnId="{93F84A2D-0140-4108-956D-4832281F9B93}">
      <dgm:prSet/>
      <dgm:spPr/>
      <dgm:t>
        <a:bodyPr/>
        <a:lstStyle/>
        <a:p>
          <a:endParaRPr lang="en-US" sz="1800"/>
        </a:p>
      </dgm:t>
    </dgm:pt>
    <dgm:pt modelId="{A2F91601-58F7-4804-AA33-82286E229831}" type="pres">
      <dgm:prSet presAssocID="{517B5FE6-1259-484B-9E9A-CC466C798F33}" presName="Name0" presStyleCnt="0">
        <dgm:presLayoutVars>
          <dgm:dir/>
          <dgm:resizeHandles val="exact"/>
        </dgm:presLayoutVars>
      </dgm:prSet>
      <dgm:spPr/>
      <dgm:t>
        <a:bodyPr/>
        <a:lstStyle/>
        <a:p>
          <a:endParaRPr lang="en-US"/>
        </a:p>
      </dgm:t>
    </dgm:pt>
    <dgm:pt modelId="{F0106F9E-BF72-4F57-A650-8E030DCA0F29}" type="pres">
      <dgm:prSet presAssocID="{517B5FE6-1259-484B-9E9A-CC466C798F33}" presName="arrow" presStyleLbl="bgShp" presStyleIdx="0" presStyleCnt="1"/>
      <dgm:spPr/>
    </dgm:pt>
    <dgm:pt modelId="{FE1320D1-11D6-4413-8434-85B7CD5E8467}" type="pres">
      <dgm:prSet presAssocID="{517B5FE6-1259-484B-9E9A-CC466C798F33}" presName="points" presStyleCnt="0"/>
      <dgm:spPr/>
    </dgm:pt>
    <dgm:pt modelId="{E4E9F57E-EDAB-49B4-841A-F3E4B8EA3F39}" type="pres">
      <dgm:prSet presAssocID="{B25F3945-3C38-4942-98BD-4C37A300929A}" presName="compositeA" presStyleCnt="0"/>
      <dgm:spPr/>
    </dgm:pt>
    <dgm:pt modelId="{7D3C4CF4-4D78-4B85-BFC8-42709E2683AE}" type="pres">
      <dgm:prSet presAssocID="{B25F3945-3C38-4942-98BD-4C37A300929A}" presName="textA" presStyleLbl="revTx" presStyleIdx="0" presStyleCnt="2" custScaleX="791244">
        <dgm:presLayoutVars>
          <dgm:bulletEnabled val="1"/>
        </dgm:presLayoutVars>
      </dgm:prSet>
      <dgm:spPr/>
      <dgm:t>
        <a:bodyPr/>
        <a:lstStyle/>
        <a:p>
          <a:endParaRPr lang="en-US"/>
        </a:p>
      </dgm:t>
    </dgm:pt>
    <dgm:pt modelId="{DF2C5943-87CF-4759-A102-DF808B8C88EE}" type="pres">
      <dgm:prSet presAssocID="{B25F3945-3C38-4942-98BD-4C37A300929A}" presName="circleA" presStyleLbl="node1" presStyleIdx="0" presStyleCnt="2"/>
      <dgm:spPr/>
    </dgm:pt>
    <dgm:pt modelId="{49A1B29F-621D-4FF4-B89F-0921F61CB897}" type="pres">
      <dgm:prSet presAssocID="{B25F3945-3C38-4942-98BD-4C37A300929A}" presName="spaceA" presStyleCnt="0"/>
      <dgm:spPr/>
    </dgm:pt>
    <dgm:pt modelId="{8B370FDC-8012-4836-9002-A9D7101406D7}" type="pres">
      <dgm:prSet presAssocID="{7A8B21B4-23B4-4391-B7B2-3DB7F9BDB372}" presName="space" presStyleCnt="0"/>
      <dgm:spPr/>
    </dgm:pt>
    <dgm:pt modelId="{BB1067F5-2F9D-49E6-A283-BD08838F4C01}" type="pres">
      <dgm:prSet presAssocID="{682C3FD7-0832-4845-9AB4-323B21B5EFDB}" presName="compositeB" presStyleCnt="0"/>
      <dgm:spPr/>
    </dgm:pt>
    <dgm:pt modelId="{1F6018F2-EAFA-4490-880D-1562A78DDDDC}" type="pres">
      <dgm:prSet presAssocID="{682C3FD7-0832-4845-9AB4-323B21B5EFDB}" presName="textB" presStyleLbl="revTx" presStyleIdx="1" presStyleCnt="2" custScaleX="754251">
        <dgm:presLayoutVars>
          <dgm:bulletEnabled val="1"/>
        </dgm:presLayoutVars>
      </dgm:prSet>
      <dgm:spPr/>
      <dgm:t>
        <a:bodyPr/>
        <a:lstStyle/>
        <a:p>
          <a:endParaRPr lang="en-US"/>
        </a:p>
      </dgm:t>
    </dgm:pt>
    <dgm:pt modelId="{5E4EF72A-E84E-46A7-B723-44F5A9E3770C}" type="pres">
      <dgm:prSet presAssocID="{682C3FD7-0832-4845-9AB4-323B21B5EFDB}" presName="circleB" presStyleLbl="node1" presStyleIdx="1" presStyleCnt="2"/>
      <dgm:spPr/>
    </dgm:pt>
    <dgm:pt modelId="{5CA8251F-433C-48AD-AF7A-90552B08347C}" type="pres">
      <dgm:prSet presAssocID="{682C3FD7-0832-4845-9AB4-323B21B5EFDB}" presName="spaceB" presStyleCnt="0"/>
      <dgm:spPr/>
    </dgm:pt>
  </dgm:ptLst>
  <dgm:cxnLst>
    <dgm:cxn modelId="{A44360FF-CE39-48E0-A990-7EC4F4311E21}" type="presOf" srcId="{682C3FD7-0832-4845-9AB4-323B21B5EFDB}" destId="{1F6018F2-EAFA-4490-880D-1562A78DDDDC}" srcOrd="0" destOrd="0" presId="urn:microsoft.com/office/officeart/2005/8/layout/hProcess11"/>
    <dgm:cxn modelId="{8E98C28A-ECDD-4D04-8261-75AF891ED14F}" type="presOf" srcId="{B25F3945-3C38-4942-98BD-4C37A300929A}" destId="{7D3C4CF4-4D78-4B85-BFC8-42709E2683AE}" srcOrd="0" destOrd="0" presId="urn:microsoft.com/office/officeart/2005/8/layout/hProcess11"/>
    <dgm:cxn modelId="{A7C4584B-4622-476D-9647-FF671548E526}" type="presOf" srcId="{517B5FE6-1259-484B-9E9A-CC466C798F33}" destId="{A2F91601-58F7-4804-AA33-82286E229831}" srcOrd="0" destOrd="0" presId="urn:microsoft.com/office/officeart/2005/8/layout/hProcess11"/>
    <dgm:cxn modelId="{77403C90-148A-4D56-8073-F9FD64AC5BA8}" srcId="{517B5FE6-1259-484B-9E9A-CC466C798F33}" destId="{B25F3945-3C38-4942-98BD-4C37A300929A}" srcOrd="0" destOrd="0" parTransId="{34DC0B74-D8FF-4FB8-9CE7-94FBC1ED2CA3}" sibTransId="{7A8B21B4-23B4-4391-B7B2-3DB7F9BDB372}"/>
    <dgm:cxn modelId="{93F84A2D-0140-4108-956D-4832281F9B93}" srcId="{517B5FE6-1259-484B-9E9A-CC466C798F33}" destId="{682C3FD7-0832-4845-9AB4-323B21B5EFDB}" srcOrd="1" destOrd="0" parTransId="{D0873010-AA38-4E3B-9A3C-69BD8130F98B}" sibTransId="{8C50E3F2-FF5A-4D02-8333-B0BFFE336F1E}"/>
    <dgm:cxn modelId="{D4A00147-6D0C-4244-AD95-F7732EB25AE2}" type="presParOf" srcId="{A2F91601-58F7-4804-AA33-82286E229831}" destId="{F0106F9E-BF72-4F57-A650-8E030DCA0F29}" srcOrd="0" destOrd="0" presId="urn:microsoft.com/office/officeart/2005/8/layout/hProcess11"/>
    <dgm:cxn modelId="{5DB61A43-B690-4B33-8FBD-DCA9D40E6DBA}" type="presParOf" srcId="{A2F91601-58F7-4804-AA33-82286E229831}" destId="{FE1320D1-11D6-4413-8434-85B7CD5E8467}" srcOrd="1" destOrd="0" presId="urn:microsoft.com/office/officeart/2005/8/layout/hProcess11"/>
    <dgm:cxn modelId="{6A581871-B90A-47B6-A2A6-A10AA69EBED9}" type="presParOf" srcId="{FE1320D1-11D6-4413-8434-85B7CD5E8467}" destId="{E4E9F57E-EDAB-49B4-841A-F3E4B8EA3F39}" srcOrd="0" destOrd="0" presId="urn:microsoft.com/office/officeart/2005/8/layout/hProcess11"/>
    <dgm:cxn modelId="{A78E3929-F0C3-48A3-94BD-2B5A1A4A70CD}" type="presParOf" srcId="{E4E9F57E-EDAB-49B4-841A-F3E4B8EA3F39}" destId="{7D3C4CF4-4D78-4B85-BFC8-42709E2683AE}" srcOrd="0" destOrd="0" presId="urn:microsoft.com/office/officeart/2005/8/layout/hProcess11"/>
    <dgm:cxn modelId="{41DE7247-9AED-4A24-80EB-AD289E3C6E77}" type="presParOf" srcId="{E4E9F57E-EDAB-49B4-841A-F3E4B8EA3F39}" destId="{DF2C5943-87CF-4759-A102-DF808B8C88EE}" srcOrd="1" destOrd="0" presId="urn:microsoft.com/office/officeart/2005/8/layout/hProcess11"/>
    <dgm:cxn modelId="{E9E1B8FF-D3FF-42B8-A13D-E420DC6F635A}" type="presParOf" srcId="{E4E9F57E-EDAB-49B4-841A-F3E4B8EA3F39}" destId="{49A1B29F-621D-4FF4-B89F-0921F61CB897}" srcOrd="2" destOrd="0" presId="urn:microsoft.com/office/officeart/2005/8/layout/hProcess11"/>
    <dgm:cxn modelId="{59E5CB6F-26C1-497F-9DAB-2DFAF7717D88}" type="presParOf" srcId="{FE1320D1-11D6-4413-8434-85B7CD5E8467}" destId="{8B370FDC-8012-4836-9002-A9D7101406D7}" srcOrd="1" destOrd="0" presId="urn:microsoft.com/office/officeart/2005/8/layout/hProcess11"/>
    <dgm:cxn modelId="{51E08E96-F4D1-4972-A510-307716B9BFDB}" type="presParOf" srcId="{FE1320D1-11D6-4413-8434-85B7CD5E8467}" destId="{BB1067F5-2F9D-49E6-A283-BD08838F4C01}" srcOrd="2" destOrd="0" presId="urn:microsoft.com/office/officeart/2005/8/layout/hProcess11"/>
    <dgm:cxn modelId="{C3B37691-D1AC-4603-B9D3-09EAECCD867A}" type="presParOf" srcId="{BB1067F5-2F9D-49E6-A283-BD08838F4C01}" destId="{1F6018F2-EAFA-4490-880D-1562A78DDDDC}" srcOrd="0" destOrd="0" presId="urn:microsoft.com/office/officeart/2005/8/layout/hProcess11"/>
    <dgm:cxn modelId="{E4BDF808-F688-4794-9E15-A91C41D11EF8}" type="presParOf" srcId="{BB1067F5-2F9D-49E6-A283-BD08838F4C01}" destId="{5E4EF72A-E84E-46A7-B723-44F5A9E3770C}" srcOrd="1" destOrd="0" presId="urn:microsoft.com/office/officeart/2005/8/layout/hProcess11"/>
    <dgm:cxn modelId="{CAC97FD5-6276-4FA8-8760-85DA84B8B56D}" type="presParOf" srcId="{BB1067F5-2F9D-49E6-A283-BD08838F4C01}" destId="{5CA8251F-433C-48AD-AF7A-90552B08347C}"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81ED4D-2267-49E5-9AEB-AF03459793CB}"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US"/>
        </a:p>
      </dgm:t>
    </dgm:pt>
    <dgm:pt modelId="{23F3AA98-FDF3-460B-BF52-9DB4BA2DAF37}">
      <dgm:prSet phldrT="[Text]"/>
      <dgm:spPr/>
      <dgm:t>
        <a:bodyPr/>
        <a:lstStyle/>
        <a:p>
          <a:r>
            <a:rPr lang="az-Latn-AZ" dirty="0" smtClean="0"/>
            <a:t>Ana dili</a:t>
          </a:r>
          <a:endParaRPr lang="en-US" dirty="0"/>
        </a:p>
      </dgm:t>
    </dgm:pt>
    <dgm:pt modelId="{2CEDE334-DA2D-4330-991A-28682C593CCD}" type="parTrans" cxnId="{A941176B-1A4C-4A8C-A644-EF6028679C3D}">
      <dgm:prSet/>
      <dgm:spPr/>
      <dgm:t>
        <a:bodyPr/>
        <a:lstStyle/>
        <a:p>
          <a:endParaRPr lang="en-US"/>
        </a:p>
      </dgm:t>
    </dgm:pt>
    <dgm:pt modelId="{B08FA7B6-3F79-449B-85FF-109E547BA752}" type="sibTrans" cxnId="{A941176B-1A4C-4A8C-A644-EF6028679C3D}">
      <dgm:prSet/>
      <dgm:spPr/>
      <dgm:t>
        <a:bodyPr/>
        <a:lstStyle/>
        <a:p>
          <a:endParaRPr lang="en-US"/>
        </a:p>
      </dgm:t>
    </dgm:pt>
    <dgm:pt modelId="{C248C149-1092-4777-90B1-00E8FB1EB74E}">
      <dgm:prSet phldrT="[Text]"/>
      <dgm:spPr>
        <a:solidFill>
          <a:srgbClr val="FFC000"/>
        </a:solidFill>
      </dgm:spPr>
      <dgm:t>
        <a:bodyPr/>
        <a:lstStyle/>
        <a:p>
          <a:r>
            <a:rPr lang="az-Latn-AZ" dirty="0" smtClean="0"/>
            <a:t>Keyfiyyət faizi-47%</a:t>
          </a:r>
          <a:endParaRPr lang="en-US" dirty="0"/>
        </a:p>
      </dgm:t>
    </dgm:pt>
    <dgm:pt modelId="{C1E6DC8D-B66F-48B0-8A22-42DDEEFB4EEB}" type="parTrans" cxnId="{DA57DF9F-B081-45FA-A7BC-0B7A1FC9899F}">
      <dgm:prSet/>
      <dgm:spPr/>
      <dgm:t>
        <a:bodyPr/>
        <a:lstStyle/>
        <a:p>
          <a:endParaRPr lang="en-US"/>
        </a:p>
      </dgm:t>
    </dgm:pt>
    <dgm:pt modelId="{F09FCD12-DD46-49D1-AAC5-814338C1FE33}" type="sibTrans" cxnId="{DA57DF9F-B081-45FA-A7BC-0B7A1FC9899F}">
      <dgm:prSet/>
      <dgm:spPr/>
      <dgm:t>
        <a:bodyPr/>
        <a:lstStyle/>
        <a:p>
          <a:endParaRPr lang="en-US"/>
        </a:p>
      </dgm:t>
    </dgm:pt>
    <dgm:pt modelId="{1C7F8B72-280B-4B9A-9D71-B7B5FA77D143}">
      <dgm:prSet phldrT="[Text]"/>
      <dgm:spPr>
        <a:solidFill>
          <a:srgbClr val="FFC000"/>
        </a:solidFill>
      </dgm:spPr>
      <dgm:t>
        <a:bodyPr/>
        <a:lstStyle/>
        <a:p>
          <a:r>
            <a:rPr lang="az-Latn-AZ" dirty="0" smtClean="0"/>
            <a:t>Müvəffəqiyyət faizi-78%</a:t>
          </a:r>
          <a:endParaRPr lang="en-US" dirty="0"/>
        </a:p>
      </dgm:t>
    </dgm:pt>
    <dgm:pt modelId="{3C988BDF-D663-4C2B-A793-0B5E6C9BD9AD}" type="parTrans" cxnId="{4C1A97D2-3B4E-4A58-8790-39153FBEE4B6}">
      <dgm:prSet/>
      <dgm:spPr/>
      <dgm:t>
        <a:bodyPr/>
        <a:lstStyle/>
        <a:p>
          <a:endParaRPr lang="en-US"/>
        </a:p>
      </dgm:t>
    </dgm:pt>
    <dgm:pt modelId="{787E7BDA-2DA0-4E4D-BB23-198EC1A59315}" type="sibTrans" cxnId="{4C1A97D2-3B4E-4A58-8790-39153FBEE4B6}">
      <dgm:prSet/>
      <dgm:spPr/>
      <dgm:t>
        <a:bodyPr/>
        <a:lstStyle/>
        <a:p>
          <a:endParaRPr lang="en-US"/>
        </a:p>
      </dgm:t>
    </dgm:pt>
    <dgm:pt modelId="{C64D2E93-20DA-4E6E-8EDB-FFDC0F2BD3A0}">
      <dgm:prSet phldrT="[Text]"/>
      <dgm:spPr/>
      <dgm:t>
        <a:bodyPr/>
        <a:lstStyle/>
        <a:p>
          <a:r>
            <a:rPr lang="az-Latn-AZ" dirty="0" smtClean="0"/>
            <a:t>Riyaziyyat</a:t>
          </a:r>
          <a:endParaRPr lang="en-US" dirty="0"/>
        </a:p>
      </dgm:t>
    </dgm:pt>
    <dgm:pt modelId="{FCA7F641-A9AF-464E-A772-545666F4CA5C}" type="parTrans" cxnId="{506A086A-EF3A-40C9-B605-DC938DD058E8}">
      <dgm:prSet/>
      <dgm:spPr/>
      <dgm:t>
        <a:bodyPr/>
        <a:lstStyle/>
        <a:p>
          <a:endParaRPr lang="en-US"/>
        </a:p>
      </dgm:t>
    </dgm:pt>
    <dgm:pt modelId="{EAA4C6A1-19C4-4934-824E-8536C21A8C36}" type="sibTrans" cxnId="{506A086A-EF3A-40C9-B605-DC938DD058E8}">
      <dgm:prSet/>
      <dgm:spPr/>
      <dgm:t>
        <a:bodyPr/>
        <a:lstStyle/>
        <a:p>
          <a:endParaRPr lang="en-US"/>
        </a:p>
      </dgm:t>
    </dgm:pt>
    <dgm:pt modelId="{A6AF6F4A-733F-4F4E-B8D9-22420FEF6CC1}">
      <dgm:prSet phldrT="[Text]"/>
      <dgm:spPr>
        <a:solidFill>
          <a:srgbClr val="92D050"/>
        </a:solidFill>
      </dgm:spPr>
      <dgm:t>
        <a:bodyPr/>
        <a:lstStyle/>
        <a:p>
          <a:r>
            <a:rPr lang="az-Latn-AZ" dirty="0" smtClean="0"/>
            <a:t>Keyfiyyət faizi-35%</a:t>
          </a:r>
          <a:endParaRPr lang="en-US" dirty="0"/>
        </a:p>
      </dgm:t>
    </dgm:pt>
    <dgm:pt modelId="{41D3AE8A-B0D9-4AD2-8685-BF4475C3D885}" type="parTrans" cxnId="{49C434A0-EFFA-470A-886A-56992AF6F72F}">
      <dgm:prSet/>
      <dgm:spPr/>
      <dgm:t>
        <a:bodyPr/>
        <a:lstStyle/>
        <a:p>
          <a:endParaRPr lang="en-US"/>
        </a:p>
      </dgm:t>
    </dgm:pt>
    <dgm:pt modelId="{180582F0-1B6B-4C01-A246-DDA65F34AFEB}" type="sibTrans" cxnId="{49C434A0-EFFA-470A-886A-56992AF6F72F}">
      <dgm:prSet/>
      <dgm:spPr/>
      <dgm:t>
        <a:bodyPr/>
        <a:lstStyle/>
        <a:p>
          <a:endParaRPr lang="en-US"/>
        </a:p>
      </dgm:t>
    </dgm:pt>
    <dgm:pt modelId="{9CC6EF57-6112-49B7-891B-97D131B38429}">
      <dgm:prSet phldrT="[Text]"/>
      <dgm:spPr/>
      <dgm:t>
        <a:bodyPr/>
        <a:lstStyle/>
        <a:p>
          <a:r>
            <a:rPr lang="az-Latn-AZ" dirty="0" smtClean="0"/>
            <a:t>Rus dili</a:t>
          </a:r>
          <a:endParaRPr lang="en-US" dirty="0"/>
        </a:p>
      </dgm:t>
    </dgm:pt>
    <dgm:pt modelId="{1D6BEA4C-58B4-46A9-AAAC-4A8160E6778A}" type="parTrans" cxnId="{B3EA536C-D09C-4E12-8D94-4A18FC69FF5F}">
      <dgm:prSet/>
      <dgm:spPr/>
      <dgm:t>
        <a:bodyPr/>
        <a:lstStyle/>
        <a:p>
          <a:endParaRPr lang="en-US"/>
        </a:p>
      </dgm:t>
    </dgm:pt>
    <dgm:pt modelId="{C4DA9055-D636-43EB-B15C-752B4710E6C1}" type="sibTrans" cxnId="{B3EA536C-D09C-4E12-8D94-4A18FC69FF5F}">
      <dgm:prSet/>
      <dgm:spPr/>
      <dgm:t>
        <a:bodyPr/>
        <a:lstStyle/>
        <a:p>
          <a:endParaRPr lang="en-US"/>
        </a:p>
      </dgm:t>
    </dgm:pt>
    <dgm:pt modelId="{4F1B7E71-E71C-4DA9-951C-A10CA871FB56}">
      <dgm:prSet phldrT="[Text]"/>
      <dgm:spPr>
        <a:solidFill>
          <a:srgbClr val="002060"/>
        </a:solidFill>
      </dgm:spPr>
      <dgm:t>
        <a:bodyPr/>
        <a:lstStyle/>
        <a:p>
          <a:r>
            <a:rPr lang="az-Latn-AZ" dirty="0" smtClean="0"/>
            <a:t>Keyfiyyət faizi-41%</a:t>
          </a:r>
          <a:endParaRPr lang="en-US" dirty="0"/>
        </a:p>
      </dgm:t>
    </dgm:pt>
    <dgm:pt modelId="{3E306C80-D189-4AAC-9B3A-815B9D82BE4C}" type="parTrans" cxnId="{8D25EE86-F5DE-4DEA-9EA1-C8351FC4A8F9}">
      <dgm:prSet/>
      <dgm:spPr/>
      <dgm:t>
        <a:bodyPr/>
        <a:lstStyle/>
        <a:p>
          <a:endParaRPr lang="en-US"/>
        </a:p>
      </dgm:t>
    </dgm:pt>
    <dgm:pt modelId="{3B565829-AAA3-407D-88A5-22B548C46489}" type="sibTrans" cxnId="{8D25EE86-F5DE-4DEA-9EA1-C8351FC4A8F9}">
      <dgm:prSet/>
      <dgm:spPr/>
      <dgm:t>
        <a:bodyPr/>
        <a:lstStyle/>
        <a:p>
          <a:endParaRPr lang="en-US"/>
        </a:p>
      </dgm:t>
    </dgm:pt>
    <dgm:pt modelId="{AD6AA386-6208-4F8A-89A6-62FB8231797B}">
      <dgm:prSet/>
      <dgm:spPr>
        <a:solidFill>
          <a:srgbClr val="92D050"/>
        </a:solidFill>
      </dgm:spPr>
      <dgm:t>
        <a:bodyPr/>
        <a:lstStyle/>
        <a:p>
          <a:r>
            <a:rPr lang="az-Latn-AZ" dirty="0" smtClean="0"/>
            <a:t>Müvəffəqiyyət faizi-73%</a:t>
          </a:r>
          <a:endParaRPr lang="en-US" dirty="0"/>
        </a:p>
      </dgm:t>
    </dgm:pt>
    <dgm:pt modelId="{F0D79E35-1D41-48E1-A382-98CB9ED68240}" type="parTrans" cxnId="{CA485C3B-6ECA-41DE-A82C-45144C215BE3}">
      <dgm:prSet/>
      <dgm:spPr/>
      <dgm:t>
        <a:bodyPr/>
        <a:lstStyle/>
        <a:p>
          <a:endParaRPr lang="en-US"/>
        </a:p>
      </dgm:t>
    </dgm:pt>
    <dgm:pt modelId="{FBD8D2D5-A19E-4A4F-A6F5-76EA170D8C93}" type="sibTrans" cxnId="{CA485C3B-6ECA-41DE-A82C-45144C215BE3}">
      <dgm:prSet/>
      <dgm:spPr/>
      <dgm:t>
        <a:bodyPr/>
        <a:lstStyle/>
        <a:p>
          <a:endParaRPr lang="en-US"/>
        </a:p>
      </dgm:t>
    </dgm:pt>
    <dgm:pt modelId="{B12C2970-F535-4D26-8FAD-2E99833DA9C2}">
      <dgm:prSet/>
      <dgm:spPr>
        <a:solidFill>
          <a:srgbClr val="002060"/>
        </a:solidFill>
      </dgm:spPr>
      <dgm:t>
        <a:bodyPr/>
        <a:lstStyle/>
        <a:p>
          <a:r>
            <a:rPr lang="az-Latn-AZ" dirty="0" smtClean="0"/>
            <a:t>Müvəffəqiyyət faizi-69%</a:t>
          </a:r>
          <a:endParaRPr lang="en-US" dirty="0"/>
        </a:p>
      </dgm:t>
    </dgm:pt>
    <dgm:pt modelId="{EB194124-3B16-4266-9E48-CC7A32DEBEF4}" type="parTrans" cxnId="{D1196795-E130-41F4-836D-F1A2E26DDAE3}">
      <dgm:prSet/>
      <dgm:spPr/>
      <dgm:t>
        <a:bodyPr/>
        <a:lstStyle/>
        <a:p>
          <a:endParaRPr lang="en-US"/>
        </a:p>
      </dgm:t>
    </dgm:pt>
    <dgm:pt modelId="{D75C00C4-C9A3-4775-86C7-FEEDF7799DED}" type="sibTrans" cxnId="{D1196795-E130-41F4-836D-F1A2E26DDAE3}">
      <dgm:prSet/>
      <dgm:spPr/>
      <dgm:t>
        <a:bodyPr/>
        <a:lstStyle/>
        <a:p>
          <a:endParaRPr lang="en-US"/>
        </a:p>
      </dgm:t>
    </dgm:pt>
    <dgm:pt modelId="{EDB40A52-3E0B-4D87-BF12-A9E591942F63}" type="pres">
      <dgm:prSet presAssocID="{1C81ED4D-2267-49E5-9AEB-AF03459793CB}" presName="linearFlow" presStyleCnt="0">
        <dgm:presLayoutVars>
          <dgm:dir/>
          <dgm:animLvl val="lvl"/>
          <dgm:resizeHandles/>
        </dgm:presLayoutVars>
      </dgm:prSet>
      <dgm:spPr/>
      <dgm:t>
        <a:bodyPr/>
        <a:lstStyle/>
        <a:p>
          <a:endParaRPr lang="en-US"/>
        </a:p>
      </dgm:t>
    </dgm:pt>
    <dgm:pt modelId="{A1602149-6132-4A4C-8F7D-589AFE4CE8C4}" type="pres">
      <dgm:prSet presAssocID="{23F3AA98-FDF3-460B-BF52-9DB4BA2DAF37}" presName="compositeNode" presStyleCnt="0">
        <dgm:presLayoutVars>
          <dgm:bulletEnabled val="1"/>
        </dgm:presLayoutVars>
      </dgm:prSet>
      <dgm:spPr/>
    </dgm:pt>
    <dgm:pt modelId="{4DE21135-FB18-486A-B4B3-18301676797C}" type="pres">
      <dgm:prSet presAssocID="{23F3AA98-FDF3-460B-BF52-9DB4BA2DAF37}" presName="image" presStyleLbl="fgImgPlace1" presStyleIdx="0" presStyleCnt="3" custAng="0" custScaleX="81951" custScaleY="87922"/>
      <dgm:spPr>
        <a:blipFill rotWithShape="1">
          <a:blip xmlns:r="http://schemas.openxmlformats.org/officeDocument/2006/relationships" r:embed="rId1"/>
          <a:stretch>
            <a:fillRect/>
          </a:stretch>
        </a:blipFill>
      </dgm:spPr>
      <dgm:t>
        <a:bodyPr/>
        <a:lstStyle/>
        <a:p>
          <a:endParaRPr lang="en-US"/>
        </a:p>
      </dgm:t>
    </dgm:pt>
    <dgm:pt modelId="{659044B0-1746-4B1E-AB16-165AD01D086F}" type="pres">
      <dgm:prSet presAssocID="{23F3AA98-FDF3-460B-BF52-9DB4BA2DAF37}" presName="childNode" presStyleLbl="node1" presStyleIdx="0" presStyleCnt="3">
        <dgm:presLayoutVars>
          <dgm:bulletEnabled val="1"/>
        </dgm:presLayoutVars>
      </dgm:prSet>
      <dgm:spPr/>
      <dgm:t>
        <a:bodyPr/>
        <a:lstStyle/>
        <a:p>
          <a:endParaRPr lang="en-US"/>
        </a:p>
      </dgm:t>
    </dgm:pt>
    <dgm:pt modelId="{8D5C634F-1231-4F90-98E6-3B5825D8E80E}" type="pres">
      <dgm:prSet presAssocID="{23F3AA98-FDF3-460B-BF52-9DB4BA2DAF37}" presName="parentNode" presStyleLbl="revTx" presStyleIdx="0" presStyleCnt="3">
        <dgm:presLayoutVars>
          <dgm:chMax val="0"/>
          <dgm:bulletEnabled val="1"/>
        </dgm:presLayoutVars>
      </dgm:prSet>
      <dgm:spPr/>
      <dgm:t>
        <a:bodyPr/>
        <a:lstStyle/>
        <a:p>
          <a:endParaRPr lang="en-US"/>
        </a:p>
      </dgm:t>
    </dgm:pt>
    <dgm:pt modelId="{D9EDFD68-7A22-4089-983D-FFA0F0D86063}" type="pres">
      <dgm:prSet presAssocID="{B08FA7B6-3F79-449B-85FF-109E547BA752}" presName="sibTrans" presStyleCnt="0"/>
      <dgm:spPr/>
    </dgm:pt>
    <dgm:pt modelId="{F9F2BC3A-D2D2-44A1-B0A1-BCB5BEF222D3}" type="pres">
      <dgm:prSet presAssocID="{C64D2E93-20DA-4E6E-8EDB-FFDC0F2BD3A0}" presName="compositeNode" presStyleCnt="0">
        <dgm:presLayoutVars>
          <dgm:bulletEnabled val="1"/>
        </dgm:presLayoutVars>
      </dgm:prSet>
      <dgm:spPr/>
    </dgm:pt>
    <dgm:pt modelId="{168EB16A-ABAA-4D5F-90CA-8B8D01C89960}" type="pres">
      <dgm:prSet presAssocID="{C64D2E93-20DA-4E6E-8EDB-FFDC0F2BD3A0}" presName="image" presStyleLbl="fgImgPlace1" presStyleIdx="1" presStyleCnt="3" custAng="0"/>
      <dgm:spPr>
        <a:blipFill rotWithShape="1">
          <a:blip xmlns:r="http://schemas.openxmlformats.org/officeDocument/2006/relationships" r:embed="rId2"/>
          <a:stretch>
            <a:fillRect/>
          </a:stretch>
        </a:blipFill>
      </dgm:spPr>
      <dgm:t>
        <a:bodyPr/>
        <a:lstStyle/>
        <a:p>
          <a:endParaRPr lang="en-US"/>
        </a:p>
      </dgm:t>
    </dgm:pt>
    <dgm:pt modelId="{25335B55-CA03-4353-9031-560382603BB5}" type="pres">
      <dgm:prSet presAssocID="{C64D2E93-20DA-4E6E-8EDB-FFDC0F2BD3A0}" presName="childNode" presStyleLbl="node1" presStyleIdx="1" presStyleCnt="3">
        <dgm:presLayoutVars>
          <dgm:bulletEnabled val="1"/>
        </dgm:presLayoutVars>
      </dgm:prSet>
      <dgm:spPr/>
      <dgm:t>
        <a:bodyPr/>
        <a:lstStyle/>
        <a:p>
          <a:endParaRPr lang="en-US"/>
        </a:p>
      </dgm:t>
    </dgm:pt>
    <dgm:pt modelId="{362259C3-1F5F-4551-8ABB-1A9B2F4C586C}" type="pres">
      <dgm:prSet presAssocID="{C64D2E93-20DA-4E6E-8EDB-FFDC0F2BD3A0}" presName="parentNode" presStyleLbl="revTx" presStyleIdx="1" presStyleCnt="3">
        <dgm:presLayoutVars>
          <dgm:chMax val="0"/>
          <dgm:bulletEnabled val="1"/>
        </dgm:presLayoutVars>
      </dgm:prSet>
      <dgm:spPr/>
      <dgm:t>
        <a:bodyPr/>
        <a:lstStyle/>
        <a:p>
          <a:endParaRPr lang="en-US"/>
        </a:p>
      </dgm:t>
    </dgm:pt>
    <dgm:pt modelId="{4841ED0C-F3EA-46BB-BF22-828DD07DBC9A}" type="pres">
      <dgm:prSet presAssocID="{EAA4C6A1-19C4-4934-824E-8536C21A8C36}" presName="sibTrans" presStyleCnt="0"/>
      <dgm:spPr/>
    </dgm:pt>
    <dgm:pt modelId="{08BE55F2-36EB-4ED7-87CC-A367E3FC669A}" type="pres">
      <dgm:prSet presAssocID="{9CC6EF57-6112-49B7-891B-97D131B38429}" presName="compositeNode" presStyleCnt="0">
        <dgm:presLayoutVars>
          <dgm:bulletEnabled val="1"/>
        </dgm:presLayoutVars>
      </dgm:prSet>
      <dgm:spPr/>
    </dgm:pt>
    <dgm:pt modelId="{C6421A59-7C29-45BA-837A-8191BA0E71CB}" type="pres">
      <dgm:prSet presAssocID="{9CC6EF57-6112-49B7-891B-97D131B38429}" presName="image" presStyleLbl="fgImgPlace1" presStyleIdx="2" presStyleCnt="3" custAng="0"/>
      <dgm:spPr>
        <a:blipFill rotWithShape="1">
          <a:blip xmlns:r="http://schemas.openxmlformats.org/officeDocument/2006/relationships" r:embed="rId3"/>
          <a:stretch>
            <a:fillRect/>
          </a:stretch>
        </a:blipFill>
      </dgm:spPr>
      <dgm:t>
        <a:bodyPr/>
        <a:lstStyle/>
        <a:p>
          <a:endParaRPr lang="en-US"/>
        </a:p>
      </dgm:t>
    </dgm:pt>
    <dgm:pt modelId="{2AFB69C8-DBF9-4A6E-B6AE-8F4C92D2A49C}" type="pres">
      <dgm:prSet presAssocID="{9CC6EF57-6112-49B7-891B-97D131B38429}" presName="childNode" presStyleLbl="node1" presStyleIdx="2" presStyleCnt="3">
        <dgm:presLayoutVars>
          <dgm:bulletEnabled val="1"/>
        </dgm:presLayoutVars>
      </dgm:prSet>
      <dgm:spPr/>
      <dgm:t>
        <a:bodyPr/>
        <a:lstStyle/>
        <a:p>
          <a:endParaRPr lang="en-US"/>
        </a:p>
      </dgm:t>
    </dgm:pt>
    <dgm:pt modelId="{30204133-4CA4-4DE9-A90E-FCCC6D175282}" type="pres">
      <dgm:prSet presAssocID="{9CC6EF57-6112-49B7-891B-97D131B38429}" presName="parentNode" presStyleLbl="revTx" presStyleIdx="2" presStyleCnt="3">
        <dgm:presLayoutVars>
          <dgm:chMax val="0"/>
          <dgm:bulletEnabled val="1"/>
        </dgm:presLayoutVars>
      </dgm:prSet>
      <dgm:spPr/>
      <dgm:t>
        <a:bodyPr/>
        <a:lstStyle/>
        <a:p>
          <a:endParaRPr lang="en-US"/>
        </a:p>
      </dgm:t>
    </dgm:pt>
  </dgm:ptLst>
  <dgm:cxnLst>
    <dgm:cxn modelId="{932227D7-794B-4A06-AD8F-3D41D5A6B1CB}" type="presOf" srcId="{4F1B7E71-E71C-4DA9-951C-A10CA871FB56}" destId="{2AFB69C8-DBF9-4A6E-B6AE-8F4C92D2A49C}" srcOrd="0" destOrd="0" presId="urn:microsoft.com/office/officeart/2005/8/layout/hList2"/>
    <dgm:cxn modelId="{A941176B-1A4C-4A8C-A644-EF6028679C3D}" srcId="{1C81ED4D-2267-49E5-9AEB-AF03459793CB}" destId="{23F3AA98-FDF3-460B-BF52-9DB4BA2DAF37}" srcOrd="0" destOrd="0" parTransId="{2CEDE334-DA2D-4330-991A-28682C593CCD}" sibTransId="{B08FA7B6-3F79-449B-85FF-109E547BA752}"/>
    <dgm:cxn modelId="{69E1C880-F78D-4EBD-AD4D-8EDB9F4D2AD1}" type="presOf" srcId="{1C7F8B72-280B-4B9A-9D71-B7B5FA77D143}" destId="{659044B0-1746-4B1E-AB16-165AD01D086F}" srcOrd="0" destOrd="1" presId="urn:microsoft.com/office/officeart/2005/8/layout/hList2"/>
    <dgm:cxn modelId="{506A086A-EF3A-40C9-B605-DC938DD058E8}" srcId="{1C81ED4D-2267-49E5-9AEB-AF03459793CB}" destId="{C64D2E93-20DA-4E6E-8EDB-FFDC0F2BD3A0}" srcOrd="1" destOrd="0" parTransId="{FCA7F641-A9AF-464E-A772-545666F4CA5C}" sibTransId="{EAA4C6A1-19C4-4934-824E-8536C21A8C36}"/>
    <dgm:cxn modelId="{84AF62FE-41C8-4DEF-9952-30E110FFB1FE}" type="presOf" srcId="{C64D2E93-20DA-4E6E-8EDB-FFDC0F2BD3A0}" destId="{362259C3-1F5F-4551-8ABB-1A9B2F4C586C}" srcOrd="0" destOrd="0" presId="urn:microsoft.com/office/officeart/2005/8/layout/hList2"/>
    <dgm:cxn modelId="{B51812BC-583B-483B-A5A7-1ED77E8169BB}" type="presOf" srcId="{AD6AA386-6208-4F8A-89A6-62FB8231797B}" destId="{25335B55-CA03-4353-9031-560382603BB5}" srcOrd="0" destOrd="1" presId="urn:microsoft.com/office/officeart/2005/8/layout/hList2"/>
    <dgm:cxn modelId="{D1196795-E130-41F4-836D-F1A2E26DDAE3}" srcId="{9CC6EF57-6112-49B7-891B-97D131B38429}" destId="{B12C2970-F535-4D26-8FAD-2E99833DA9C2}" srcOrd="1" destOrd="0" parTransId="{EB194124-3B16-4266-9E48-CC7A32DEBEF4}" sibTransId="{D75C00C4-C9A3-4775-86C7-FEEDF7799DED}"/>
    <dgm:cxn modelId="{B3EA536C-D09C-4E12-8D94-4A18FC69FF5F}" srcId="{1C81ED4D-2267-49E5-9AEB-AF03459793CB}" destId="{9CC6EF57-6112-49B7-891B-97D131B38429}" srcOrd="2" destOrd="0" parTransId="{1D6BEA4C-58B4-46A9-AAAC-4A8160E6778A}" sibTransId="{C4DA9055-D636-43EB-B15C-752B4710E6C1}"/>
    <dgm:cxn modelId="{4C1A97D2-3B4E-4A58-8790-39153FBEE4B6}" srcId="{23F3AA98-FDF3-460B-BF52-9DB4BA2DAF37}" destId="{1C7F8B72-280B-4B9A-9D71-B7B5FA77D143}" srcOrd="1" destOrd="0" parTransId="{3C988BDF-D663-4C2B-A793-0B5E6C9BD9AD}" sibTransId="{787E7BDA-2DA0-4E4D-BB23-198EC1A59315}"/>
    <dgm:cxn modelId="{FA583555-5DA7-42F9-8256-3D2CE3C62D70}" type="presOf" srcId="{B12C2970-F535-4D26-8FAD-2E99833DA9C2}" destId="{2AFB69C8-DBF9-4A6E-B6AE-8F4C92D2A49C}" srcOrd="0" destOrd="1" presId="urn:microsoft.com/office/officeart/2005/8/layout/hList2"/>
    <dgm:cxn modelId="{CA485C3B-6ECA-41DE-A82C-45144C215BE3}" srcId="{C64D2E93-20DA-4E6E-8EDB-FFDC0F2BD3A0}" destId="{AD6AA386-6208-4F8A-89A6-62FB8231797B}" srcOrd="1" destOrd="0" parTransId="{F0D79E35-1D41-48E1-A382-98CB9ED68240}" sibTransId="{FBD8D2D5-A19E-4A4F-A6F5-76EA170D8C93}"/>
    <dgm:cxn modelId="{8D25EE86-F5DE-4DEA-9EA1-C8351FC4A8F9}" srcId="{9CC6EF57-6112-49B7-891B-97D131B38429}" destId="{4F1B7E71-E71C-4DA9-951C-A10CA871FB56}" srcOrd="0" destOrd="0" parTransId="{3E306C80-D189-4AAC-9B3A-815B9D82BE4C}" sibTransId="{3B565829-AAA3-407D-88A5-22B548C46489}"/>
    <dgm:cxn modelId="{1D9B5796-B6DE-4B8C-8A5F-8EE7AC500B18}" type="presOf" srcId="{23F3AA98-FDF3-460B-BF52-9DB4BA2DAF37}" destId="{8D5C634F-1231-4F90-98E6-3B5825D8E80E}" srcOrd="0" destOrd="0" presId="urn:microsoft.com/office/officeart/2005/8/layout/hList2"/>
    <dgm:cxn modelId="{A9703252-491A-4F5D-8707-BBD4FE63DCDE}" type="presOf" srcId="{9CC6EF57-6112-49B7-891B-97D131B38429}" destId="{30204133-4CA4-4DE9-A90E-FCCC6D175282}" srcOrd="0" destOrd="0" presId="urn:microsoft.com/office/officeart/2005/8/layout/hList2"/>
    <dgm:cxn modelId="{D5AD9730-51E6-4666-A57B-E8D8FF7859DC}" type="presOf" srcId="{1C81ED4D-2267-49E5-9AEB-AF03459793CB}" destId="{EDB40A52-3E0B-4D87-BF12-A9E591942F63}" srcOrd="0" destOrd="0" presId="urn:microsoft.com/office/officeart/2005/8/layout/hList2"/>
    <dgm:cxn modelId="{4B802E25-71F6-4BCD-A5BF-E9D0F48D3F56}" type="presOf" srcId="{A6AF6F4A-733F-4F4E-B8D9-22420FEF6CC1}" destId="{25335B55-CA03-4353-9031-560382603BB5}" srcOrd="0" destOrd="0" presId="urn:microsoft.com/office/officeart/2005/8/layout/hList2"/>
    <dgm:cxn modelId="{CC8C0A5F-2E6E-45D8-8887-528BE73DFB6B}" type="presOf" srcId="{C248C149-1092-4777-90B1-00E8FB1EB74E}" destId="{659044B0-1746-4B1E-AB16-165AD01D086F}" srcOrd="0" destOrd="0" presId="urn:microsoft.com/office/officeart/2005/8/layout/hList2"/>
    <dgm:cxn modelId="{DA57DF9F-B081-45FA-A7BC-0B7A1FC9899F}" srcId="{23F3AA98-FDF3-460B-BF52-9DB4BA2DAF37}" destId="{C248C149-1092-4777-90B1-00E8FB1EB74E}" srcOrd="0" destOrd="0" parTransId="{C1E6DC8D-B66F-48B0-8A22-42DDEEFB4EEB}" sibTransId="{F09FCD12-DD46-49D1-AAC5-814338C1FE33}"/>
    <dgm:cxn modelId="{49C434A0-EFFA-470A-886A-56992AF6F72F}" srcId="{C64D2E93-20DA-4E6E-8EDB-FFDC0F2BD3A0}" destId="{A6AF6F4A-733F-4F4E-B8D9-22420FEF6CC1}" srcOrd="0" destOrd="0" parTransId="{41D3AE8A-B0D9-4AD2-8685-BF4475C3D885}" sibTransId="{180582F0-1B6B-4C01-A246-DDA65F34AFEB}"/>
    <dgm:cxn modelId="{28173F59-6C50-44E5-BF22-8E39A6FE4707}" type="presParOf" srcId="{EDB40A52-3E0B-4D87-BF12-A9E591942F63}" destId="{A1602149-6132-4A4C-8F7D-589AFE4CE8C4}" srcOrd="0" destOrd="0" presId="urn:microsoft.com/office/officeart/2005/8/layout/hList2"/>
    <dgm:cxn modelId="{F3011D54-D736-47A6-92E6-F5E86AB95FAD}" type="presParOf" srcId="{A1602149-6132-4A4C-8F7D-589AFE4CE8C4}" destId="{4DE21135-FB18-486A-B4B3-18301676797C}" srcOrd="0" destOrd="0" presId="urn:microsoft.com/office/officeart/2005/8/layout/hList2"/>
    <dgm:cxn modelId="{CF0921DA-B1D3-41D8-9583-933A31A0255F}" type="presParOf" srcId="{A1602149-6132-4A4C-8F7D-589AFE4CE8C4}" destId="{659044B0-1746-4B1E-AB16-165AD01D086F}" srcOrd="1" destOrd="0" presId="urn:microsoft.com/office/officeart/2005/8/layout/hList2"/>
    <dgm:cxn modelId="{5B652D88-B4E4-497D-9DDA-882F1C374F3C}" type="presParOf" srcId="{A1602149-6132-4A4C-8F7D-589AFE4CE8C4}" destId="{8D5C634F-1231-4F90-98E6-3B5825D8E80E}" srcOrd="2" destOrd="0" presId="urn:microsoft.com/office/officeart/2005/8/layout/hList2"/>
    <dgm:cxn modelId="{BCB6037B-A479-48ED-880B-9E1339532E92}" type="presParOf" srcId="{EDB40A52-3E0B-4D87-BF12-A9E591942F63}" destId="{D9EDFD68-7A22-4089-983D-FFA0F0D86063}" srcOrd="1" destOrd="0" presId="urn:microsoft.com/office/officeart/2005/8/layout/hList2"/>
    <dgm:cxn modelId="{63E67D87-2402-46CE-8D41-0FB936A2DCFE}" type="presParOf" srcId="{EDB40A52-3E0B-4D87-BF12-A9E591942F63}" destId="{F9F2BC3A-D2D2-44A1-B0A1-BCB5BEF222D3}" srcOrd="2" destOrd="0" presId="urn:microsoft.com/office/officeart/2005/8/layout/hList2"/>
    <dgm:cxn modelId="{D0FF9B6B-127D-4448-B041-41EF8928A249}" type="presParOf" srcId="{F9F2BC3A-D2D2-44A1-B0A1-BCB5BEF222D3}" destId="{168EB16A-ABAA-4D5F-90CA-8B8D01C89960}" srcOrd="0" destOrd="0" presId="urn:microsoft.com/office/officeart/2005/8/layout/hList2"/>
    <dgm:cxn modelId="{CF0976AC-D743-467B-B507-D2AAA6E76AD2}" type="presParOf" srcId="{F9F2BC3A-D2D2-44A1-B0A1-BCB5BEF222D3}" destId="{25335B55-CA03-4353-9031-560382603BB5}" srcOrd="1" destOrd="0" presId="urn:microsoft.com/office/officeart/2005/8/layout/hList2"/>
    <dgm:cxn modelId="{37270E22-880A-45EB-A005-8014AE3B4E80}" type="presParOf" srcId="{F9F2BC3A-D2D2-44A1-B0A1-BCB5BEF222D3}" destId="{362259C3-1F5F-4551-8ABB-1A9B2F4C586C}" srcOrd="2" destOrd="0" presId="urn:microsoft.com/office/officeart/2005/8/layout/hList2"/>
    <dgm:cxn modelId="{A019814D-8277-4D7C-A336-33266AA458E3}" type="presParOf" srcId="{EDB40A52-3E0B-4D87-BF12-A9E591942F63}" destId="{4841ED0C-F3EA-46BB-BF22-828DD07DBC9A}" srcOrd="3" destOrd="0" presId="urn:microsoft.com/office/officeart/2005/8/layout/hList2"/>
    <dgm:cxn modelId="{07FE612E-221F-476A-A482-38F2CE991967}" type="presParOf" srcId="{EDB40A52-3E0B-4D87-BF12-A9E591942F63}" destId="{08BE55F2-36EB-4ED7-87CC-A367E3FC669A}" srcOrd="4" destOrd="0" presId="urn:microsoft.com/office/officeart/2005/8/layout/hList2"/>
    <dgm:cxn modelId="{417360C7-9D77-45CD-B728-4A2A70693803}" type="presParOf" srcId="{08BE55F2-36EB-4ED7-87CC-A367E3FC669A}" destId="{C6421A59-7C29-45BA-837A-8191BA0E71CB}" srcOrd="0" destOrd="0" presId="urn:microsoft.com/office/officeart/2005/8/layout/hList2"/>
    <dgm:cxn modelId="{8D49FE01-D3D3-48E9-ADA3-CA776DFF65D4}" type="presParOf" srcId="{08BE55F2-36EB-4ED7-87CC-A367E3FC669A}" destId="{2AFB69C8-DBF9-4A6E-B6AE-8F4C92D2A49C}" srcOrd="1" destOrd="0" presId="urn:microsoft.com/office/officeart/2005/8/layout/hList2"/>
    <dgm:cxn modelId="{76FC48B1-6B7F-41B4-9350-7A2EA25C26FD}" type="presParOf" srcId="{08BE55F2-36EB-4ED7-87CC-A367E3FC669A}" destId="{30204133-4CA4-4DE9-A90E-FCCC6D175282}"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106F9E-BF72-4F57-A650-8E030DCA0F29}">
      <dsp:nvSpPr>
        <dsp:cNvPr id="0" name=""/>
        <dsp:cNvSpPr/>
      </dsp:nvSpPr>
      <dsp:spPr>
        <a:xfrm>
          <a:off x="0" y="1164431"/>
          <a:ext cx="8596312" cy="155257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3C4CF4-4D78-4B85-BFC8-42709E2683AE}">
      <dsp:nvSpPr>
        <dsp:cNvPr id="0" name=""/>
        <dsp:cNvSpPr/>
      </dsp:nvSpPr>
      <dsp:spPr>
        <a:xfrm>
          <a:off x="2543" y="0"/>
          <a:ext cx="3945563" cy="1552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lvl="0" algn="ctr" defTabSz="800100" rtl="0">
            <a:lnSpc>
              <a:spcPct val="90000"/>
            </a:lnSpc>
            <a:spcBef>
              <a:spcPct val="0"/>
            </a:spcBef>
            <a:spcAft>
              <a:spcPct val="35000"/>
            </a:spcAft>
          </a:pPr>
          <a:r>
            <a:rPr lang="en-US" sz="1800" kern="1200" dirty="0" smtClean="0">
              <a:solidFill>
                <a:srgbClr val="FF0000"/>
              </a:solidFill>
            </a:rPr>
            <a:t>2020-2021-ci </a:t>
          </a:r>
          <a:r>
            <a:rPr lang="en-US" sz="1800" kern="1200" dirty="0" err="1" smtClean="0">
              <a:solidFill>
                <a:srgbClr val="FF0000"/>
              </a:solidFill>
            </a:rPr>
            <a:t>tədris</a:t>
          </a:r>
          <a:r>
            <a:rPr lang="en-US" sz="1800" kern="1200" dirty="0" smtClean="0">
              <a:solidFill>
                <a:srgbClr val="FF0000"/>
              </a:solidFill>
            </a:rPr>
            <a:t> </a:t>
          </a:r>
          <a:r>
            <a:rPr lang="en-US" sz="1800" kern="1200" dirty="0" err="1" smtClean="0">
              <a:solidFill>
                <a:srgbClr val="FF0000"/>
              </a:solidFill>
            </a:rPr>
            <a:t>ilinin</a:t>
          </a:r>
          <a:r>
            <a:rPr lang="en-US" sz="1800" kern="1200" dirty="0" smtClean="0">
              <a:solidFill>
                <a:srgbClr val="FF0000"/>
              </a:solidFill>
            </a:rPr>
            <a:t> </a:t>
          </a:r>
          <a:r>
            <a:rPr lang="en-US" sz="1800" kern="1200" dirty="0" err="1" smtClean="0">
              <a:solidFill>
                <a:srgbClr val="FF0000"/>
              </a:solidFill>
            </a:rPr>
            <a:t>əvvəlində</a:t>
          </a:r>
          <a:r>
            <a:rPr lang="en-US" sz="1800" kern="1200" dirty="0" smtClean="0">
              <a:solidFill>
                <a:srgbClr val="FF0000"/>
              </a:solidFill>
            </a:rPr>
            <a:t> </a:t>
          </a:r>
          <a:r>
            <a:rPr lang="en-US" sz="1800" kern="1200" dirty="0" err="1" smtClean="0">
              <a:solidFill>
                <a:srgbClr val="FF0000"/>
              </a:solidFill>
            </a:rPr>
            <a:t>məktəbdə</a:t>
          </a:r>
          <a:r>
            <a:rPr lang="en-US" sz="1800" kern="1200" dirty="0" smtClean="0">
              <a:solidFill>
                <a:srgbClr val="FF0000"/>
              </a:solidFill>
            </a:rPr>
            <a:t> 1-4</a:t>
          </a:r>
          <a:r>
            <a:rPr lang="az-Latn-AZ" sz="1800" kern="1200" dirty="0" smtClean="0">
              <a:solidFill>
                <a:srgbClr val="FF0000"/>
              </a:solidFill>
            </a:rPr>
            <a:t>-</a:t>
          </a:r>
          <a:r>
            <a:rPr lang="en-US" sz="1800" kern="1200" dirty="0" err="1" smtClean="0">
              <a:solidFill>
                <a:srgbClr val="FF0000"/>
              </a:solidFill>
            </a:rPr>
            <a:t>cü</a:t>
          </a:r>
          <a:r>
            <a:rPr lang="en-US" sz="1800" kern="1200" dirty="0" smtClean="0">
              <a:solidFill>
                <a:srgbClr val="FF0000"/>
              </a:solidFill>
            </a:rPr>
            <a:t> </a:t>
          </a:r>
          <a:r>
            <a:rPr lang="en-US" sz="1800" kern="1200" dirty="0" err="1" smtClean="0">
              <a:solidFill>
                <a:srgbClr val="FF0000"/>
              </a:solidFill>
            </a:rPr>
            <a:t>siniflər</a:t>
          </a:r>
          <a:r>
            <a:rPr lang="en-US" sz="1800" kern="1200" dirty="0" smtClean="0">
              <a:solidFill>
                <a:srgbClr val="FF0000"/>
              </a:solidFill>
            </a:rPr>
            <a:t> </a:t>
          </a:r>
          <a:r>
            <a:rPr lang="en-US" sz="1800" kern="1200" dirty="0" err="1" smtClean="0">
              <a:solidFill>
                <a:srgbClr val="FF0000"/>
              </a:solidFill>
            </a:rPr>
            <a:t>üzrə</a:t>
          </a:r>
          <a:r>
            <a:rPr lang="en-US" sz="1800" kern="1200" dirty="0" smtClean="0">
              <a:solidFill>
                <a:srgbClr val="FF0000"/>
              </a:solidFill>
            </a:rPr>
            <a:t> 26 </a:t>
          </a:r>
          <a:r>
            <a:rPr lang="en-US" sz="1800" kern="1200" dirty="0" err="1" smtClean="0">
              <a:solidFill>
                <a:srgbClr val="FF0000"/>
              </a:solidFill>
            </a:rPr>
            <a:t>sinif</a:t>
          </a:r>
          <a:r>
            <a:rPr lang="en-US" sz="1800" kern="1200" dirty="0" smtClean="0">
              <a:solidFill>
                <a:srgbClr val="FF0000"/>
              </a:solidFill>
            </a:rPr>
            <a:t>, 5-9-cu </a:t>
          </a:r>
          <a:r>
            <a:rPr lang="en-US" sz="1800" kern="1200" dirty="0" err="1" smtClean="0">
              <a:solidFill>
                <a:srgbClr val="FF0000"/>
              </a:solidFill>
            </a:rPr>
            <a:t>siniflər</a:t>
          </a:r>
          <a:r>
            <a:rPr lang="en-US" sz="1800" kern="1200" dirty="0" smtClean="0">
              <a:solidFill>
                <a:srgbClr val="FF0000"/>
              </a:solidFill>
            </a:rPr>
            <a:t> </a:t>
          </a:r>
          <a:r>
            <a:rPr lang="en-US" sz="1800" kern="1200" dirty="0" err="1" smtClean="0">
              <a:solidFill>
                <a:srgbClr val="FF0000"/>
              </a:solidFill>
            </a:rPr>
            <a:t>üzrə</a:t>
          </a:r>
          <a:r>
            <a:rPr lang="en-US" sz="1800" kern="1200" dirty="0" smtClean="0">
              <a:solidFill>
                <a:srgbClr val="FF0000"/>
              </a:solidFill>
            </a:rPr>
            <a:t> 33 </a:t>
          </a:r>
          <a:r>
            <a:rPr lang="en-US" sz="1800" kern="1200" dirty="0" err="1" smtClean="0">
              <a:solidFill>
                <a:srgbClr val="FF0000"/>
              </a:solidFill>
            </a:rPr>
            <a:t>sinif</a:t>
          </a:r>
          <a:r>
            <a:rPr lang="en-US" sz="1800" kern="1200" dirty="0" smtClean="0">
              <a:solidFill>
                <a:srgbClr val="FF0000"/>
              </a:solidFill>
            </a:rPr>
            <a:t>, 10-11-ci </a:t>
          </a:r>
          <a:r>
            <a:rPr lang="en-US" sz="1800" kern="1200" dirty="0" err="1" smtClean="0">
              <a:solidFill>
                <a:srgbClr val="FF0000"/>
              </a:solidFill>
            </a:rPr>
            <a:t>siniflər</a:t>
          </a:r>
          <a:r>
            <a:rPr lang="en-US" sz="1800" kern="1200" dirty="0" smtClean="0">
              <a:solidFill>
                <a:srgbClr val="FF0000"/>
              </a:solidFill>
            </a:rPr>
            <a:t> </a:t>
          </a:r>
          <a:r>
            <a:rPr lang="en-US" sz="1800" kern="1200" dirty="0" err="1" smtClean="0">
              <a:solidFill>
                <a:srgbClr val="FF0000"/>
              </a:solidFill>
            </a:rPr>
            <a:t>üzrə</a:t>
          </a:r>
          <a:r>
            <a:rPr lang="en-US" sz="1800" kern="1200" dirty="0" smtClean="0">
              <a:solidFill>
                <a:srgbClr val="FF0000"/>
              </a:solidFill>
            </a:rPr>
            <a:t> </a:t>
          </a:r>
          <a:r>
            <a:rPr lang="az-Latn-AZ" sz="1800" kern="1200" dirty="0" smtClean="0">
              <a:solidFill>
                <a:srgbClr val="FF0000"/>
              </a:solidFill>
            </a:rPr>
            <a:t>isə </a:t>
          </a:r>
          <a:r>
            <a:rPr lang="en-US" sz="1800" kern="1200" dirty="0" smtClean="0">
              <a:solidFill>
                <a:srgbClr val="FF0000"/>
              </a:solidFill>
            </a:rPr>
            <a:t>8 </a:t>
          </a:r>
          <a:r>
            <a:rPr lang="en-US" sz="1800" kern="1200" dirty="0" err="1" smtClean="0">
              <a:solidFill>
                <a:srgbClr val="FF0000"/>
              </a:solidFill>
            </a:rPr>
            <a:t>sinif</a:t>
          </a:r>
          <a:r>
            <a:rPr lang="en-US" sz="1800" kern="1200" dirty="0" smtClean="0">
              <a:solidFill>
                <a:srgbClr val="FF0000"/>
              </a:solidFill>
            </a:rPr>
            <a:t> </a:t>
          </a:r>
          <a:r>
            <a:rPr lang="en-US" sz="1800" kern="1200" dirty="0" err="1" smtClean="0">
              <a:solidFill>
                <a:srgbClr val="FF0000"/>
              </a:solidFill>
            </a:rPr>
            <a:t>mövcud</a:t>
          </a:r>
          <a:r>
            <a:rPr lang="en-US" sz="1800" kern="1200" dirty="0" smtClean="0">
              <a:solidFill>
                <a:srgbClr val="FF0000"/>
              </a:solidFill>
            </a:rPr>
            <a:t> </a:t>
          </a:r>
          <a:r>
            <a:rPr lang="en-US" sz="1800" kern="1200" dirty="0" err="1" smtClean="0">
              <a:solidFill>
                <a:srgbClr val="FF0000"/>
              </a:solidFill>
            </a:rPr>
            <a:t>olmuşdur</a:t>
          </a:r>
          <a:r>
            <a:rPr lang="en-US" sz="1800" kern="1200" dirty="0" smtClean="0">
              <a:solidFill>
                <a:srgbClr val="FF0000"/>
              </a:solidFill>
            </a:rPr>
            <a:t>. </a:t>
          </a:r>
          <a:r>
            <a:rPr lang="en-US" sz="1800" kern="1200" dirty="0" err="1" smtClean="0">
              <a:solidFill>
                <a:srgbClr val="FF0000"/>
              </a:solidFill>
            </a:rPr>
            <a:t>Məktəb</a:t>
          </a:r>
          <a:r>
            <a:rPr lang="en-US" sz="1800" kern="1200" dirty="0" smtClean="0">
              <a:solidFill>
                <a:srgbClr val="FF0000"/>
              </a:solidFill>
            </a:rPr>
            <a:t> </a:t>
          </a:r>
          <a:r>
            <a:rPr lang="en-US" sz="1800" kern="1200" dirty="0" err="1" smtClean="0">
              <a:solidFill>
                <a:srgbClr val="FF0000"/>
              </a:solidFill>
            </a:rPr>
            <a:t>üzrə</a:t>
          </a:r>
          <a:r>
            <a:rPr lang="en-US" sz="1800" kern="1200" dirty="0" smtClean="0">
              <a:solidFill>
                <a:srgbClr val="FF0000"/>
              </a:solidFill>
            </a:rPr>
            <a:t> </a:t>
          </a:r>
          <a:r>
            <a:rPr lang="en-US" sz="1800" kern="1200" dirty="0" err="1" smtClean="0">
              <a:solidFill>
                <a:srgbClr val="FF0000"/>
              </a:solidFill>
            </a:rPr>
            <a:t>ümumi</a:t>
          </a:r>
          <a:r>
            <a:rPr lang="en-US" sz="1800" kern="1200" dirty="0" smtClean="0">
              <a:solidFill>
                <a:srgbClr val="FF0000"/>
              </a:solidFill>
            </a:rPr>
            <a:t> </a:t>
          </a:r>
          <a:r>
            <a:rPr lang="en-US" sz="1800" kern="1200" dirty="0" err="1" smtClean="0">
              <a:solidFill>
                <a:srgbClr val="FF0000"/>
              </a:solidFill>
            </a:rPr>
            <a:t>sinif</a:t>
          </a:r>
          <a:r>
            <a:rPr lang="en-US" sz="1800" kern="1200" dirty="0" smtClean="0">
              <a:solidFill>
                <a:srgbClr val="FF0000"/>
              </a:solidFill>
            </a:rPr>
            <a:t> </a:t>
          </a:r>
          <a:r>
            <a:rPr lang="en-US" sz="1800" kern="1200" dirty="0" err="1" smtClean="0">
              <a:solidFill>
                <a:srgbClr val="FF0000"/>
              </a:solidFill>
            </a:rPr>
            <a:t>sayı</a:t>
          </a:r>
          <a:r>
            <a:rPr lang="en-US" sz="1800" kern="1200" dirty="0" smtClean="0">
              <a:solidFill>
                <a:srgbClr val="FF0000"/>
              </a:solidFill>
            </a:rPr>
            <a:t> 67 </a:t>
          </a:r>
          <a:r>
            <a:rPr lang="en-US" sz="1800" kern="1200" dirty="0" err="1" smtClean="0">
              <a:solidFill>
                <a:srgbClr val="FF0000"/>
              </a:solidFill>
            </a:rPr>
            <a:t>olmuşdur</a:t>
          </a:r>
          <a:r>
            <a:rPr lang="en-US" sz="1800" kern="1200" dirty="0" smtClean="0">
              <a:solidFill>
                <a:srgbClr val="FF0000"/>
              </a:solidFill>
            </a:rPr>
            <a:t>. </a:t>
          </a:r>
          <a:r>
            <a:rPr lang="en-US" sz="1800" kern="1200" dirty="0" err="1" smtClean="0">
              <a:solidFill>
                <a:srgbClr val="FF0000"/>
              </a:solidFill>
            </a:rPr>
            <a:t>Ümumi</a:t>
          </a:r>
          <a:r>
            <a:rPr lang="en-US" sz="1800" kern="1200" dirty="0" smtClean="0">
              <a:solidFill>
                <a:srgbClr val="FF0000"/>
              </a:solidFill>
            </a:rPr>
            <a:t> </a:t>
          </a:r>
          <a:r>
            <a:rPr lang="en-US" sz="1800" kern="1200" dirty="0" err="1" smtClean="0">
              <a:solidFill>
                <a:srgbClr val="FF0000"/>
              </a:solidFill>
            </a:rPr>
            <a:t>şagird</a:t>
          </a:r>
          <a:r>
            <a:rPr lang="en-US" sz="1800" kern="1200" dirty="0" smtClean="0">
              <a:solidFill>
                <a:srgbClr val="FF0000"/>
              </a:solidFill>
            </a:rPr>
            <a:t> </a:t>
          </a:r>
          <a:r>
            <a:rPr lang="en-US" sz="1800" kern="1200" dirty="0" err="1" smtClean="0">
              <a:solidFill>
                <a:srgbClr val="FF0000"/>
              </a:solidFill>
            </a:rPr>
            <a:t>sayı</a:t>
          </a:r>
          <a:r>
            <a:rPr lang="en-US" sz="1800" kern="1200" dirty="0" smtClean="0">
              <a:solidFill>
                <a:srgbClr val="FF0000"/>
              </a:solidFill>
            </a:rPr>
            <a:t> </a:t>
          </a:r>
          <a:r>
            <a:rPr lang="az-Latn-AZ" sz="1800" kern="1200" dirty="0" smtClean="0">
              <a:solidFill>
                <a:srgbClr val="FF0000"/>
              </a:solidFill>
            </a:rPr>
            <a:t>isə</a:t>
          </a:r>
          <a:r>
            <a:rPr lang="en-US" sz="1800" kern="1200" dirty="0" smtClean="0">
              <a:solidFill>
                <a:srgbClr val="FF0000"/>
              </a:solidFill>
            </a:rPr>
            <a:t>1604 </a:t>
          </a:r>
          <a:r>
            <a:rPr lang="en-US" sz="1800" kern="1200" dirty="0" err="1" smtClean="0">
              <a:solidFill>
                <a:srgbClr val="FF0000"/>
              </a:solidFill>
            </a:rPr>
            <a:t>nəfər</a:t>
          </a:r>
          <a:r>
            <a:rPr lang="en-US" sz="1800" kern="1200" dirty="0" smtClean="0">
              <a:solidFill>
                <a:srgbClr val="FF0000"/>
              </a:solidFill>
            </a:rPr>
            <a:t> </a:t>
          </a:r>
          <a:r>
            <a:rPr lang="en-US" sz="1800" kern="1200" dirty="0" err="1" smtClean="0">
              <a:solidFill>
                <a:srgbClr val="FF0000"/>
              </a:solidFill>
            </a:rPr>
            <a:t>olmuşdur</a:t>
          </a:r>
          <a:r>
            <a:rPr lang="en-US" sz="1800" kern="1200" dirty="0" smtClean="0">
              <a:solidFill>
                <a:srgbClr val="FF0000"/>
              </a:solidFill>
            </a:rPr>
            <a:t>.</a:t>
          </a:r>
          <a:endParaRPr lang="en-US" sz="1800" kern="1200" dirty="0">
            <a:solidFill>
              <a:srgbClr val="FF0000"/>
            </a:solidFill>
          </a:endParaRPr>
        </a:p>
      </dsp:txBody>
      <dsp:txXfrm>
        <a:off x="2543" y="0"/>
        <a:ext cx="3945563" cy="1552574"/>
      </dsp:txXfrm>
    </dsp:sp>
    <dsp:sp modelId="{DF2C5943-87CF-4759-A102-DF808B8C88EE}">
      <dsp:nvSpPr>
        <dsp:cNvPr id="0" name=""/>
        <dsp:cNvSpPr/>
      </dsp:nvSpPr>
      <dsp:spPr>
        <a:xfrm>
          <a:off x="1781253" y="1746646"/>
          <a:ext cx="388143" cy="388143"/>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6018F2-EAFA-4490-880D-1562A78DDDDC}">
      <dsp:nvSpPr>
        <dsp:cNvPr id="0" name=""/>
        <dsp:cNvSpPr/>
      </dsp:nvSpPr>
      <dsp:spPr>
        <a:xfrm>
          <a:off x="3973040" y="2328862"/>
          <a:ext cx="3761097" cy="1552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lvl="0" algn="ctr" defTabSz="800100" rtl="0">
            <a:lnSpc>
              <a:spcPct val="90000"/>
            </a:lnSpc>
            <a:spcBef>
              <a:spcPct val="0"/>
            </a:spcBef>
            <a:spcAft>
              <a:spcPct val="35000"/>
            </a:spcAft>
          </a:pPr>
          <a:r>
            <a:rPr lang="en-US" sz="1800" kern="1200" dirty="0" err="1" smtClean="0">
              <a:solidFill>
                <a:srgbClr val="00B0F0"/>
              </a:solidFill>
            </a:rPr>
            <a:t>Tədris</a:t>
          </a:r>
          <a:r>
            <a:rPr lang="en-US" sz="1800" kern="1200" dirty="0" smtClean="0">
              <a:solidFill>
                <a:srgbClr val="00B0F0"/>
              </a:solidFill>
            </a:rPr>
            <a:t> </a:t>
          </a:r>
          <a:r>
            <a:rPr lang="en-US" sz="1800" kern="1200" dirty="0" err="1" smtClean="0">
              <a:solidFill>
                <a:srgbClr val="00B0F0"/>
              </a:solidFill>
            </a:rPr>
            <a:t>ilinin</a:t>
          </a:r>
          <a:r>
            <a:rPr lang="en-US" sz="1800" kern="1200" dirty="0" smtClean="0">
              <a:solidFill>
                <a:srgbClr val="00B0F0"/>
              </a:solidFill>
            </a:rPr>
            <a:t> </a:t>
          </a:r>
          <a:r>
            <a:rPr lang="en-US" sz="1800" kern="1200" dirty="0" err="1" smtClean="0">
              <a:solidFill>
                <a:srgbClr val="00B0F0"/>
              </a:solidFill>
            </a:rPr>
            <a:t>sonunda</a:t>
          </a:r>
          <a:r>
            <a:rPr lang="en-US" sz="1800" kern="1200" dirty="0" smtClean="0">
              <a:solidFill>
                <a:srgbClr val="00B0F0"/>
              </a:solidFill>
            </a:rPr>
            <a:t> </a:t>
          </a:r>
          <a:r>
            <a:rPr lang="en-US" sz="1800" kern="1200" dirty="0" err="1" smtClean="0">
              <a:solidFill>
                <a:srgbClr val="00B0F0"/>
              </a:solidFill>
            </a:rPr>
            <a:t>məktəbdə</a:t>
          </a:r>
          <a:r>
            <a:rPr lang="az-Latn-AZ" sz="1800" kern="1200" dirty="0" smtClean="0">
              <a:solidFill>
                <a:srgbClr val="00B0F0"/>
              </a:solidFill>
            </a:rPr>
            <a:t> </a:t>
          </a:r>
          <a:r>
            <a:rPr lang="en-US" sz="1800" kern="1200" dirty="0" smtClean="0">
              <a:solidFill>
                <a:srgbClr val="00B0F0"/>
              </a:solidFill>
            </a:rPr>
            <a:t>1-4-cü </a:t>
          </a:r>
          <a:r>
            <a:rPr lang="en-US" sz="1800" kern="1200" dirty="0" err="1" smtClean="0">
              <a:solidFill>
                <a:srgbClr val="00B0F0"/>
              </a:solidFill>
            </a:rPr>
            <a:t>siniflər</a:t>
          </a:r>
          <a:r>
            <a:rPr lang="en-US" sz="1800" kern="1200" dirty="0" smtClean="0">
              <a:solidFill>
                <a:srgbClr val="00B0F0"/>
              </a:solidFill>
            </a:rPr>
            <a:t> </a:t>
          </a:r>
          <a:r>
            <a:rPr lang="en-US" sz="1800" kern="1200" dirty="0" err="1" smtClean="0">
              <a:solidFill>
                <a:srgbClr val="00B0F0"/>
              </a:solidFill>
            </a:rPr>
            <a:t>üzrə</a:t>
          </a:r>
          <a:r>
            <a:rPr lang="en-US" sz="1800" kern="1200" dirty="0" smtClean="0">
              <a:solidFill>
                <a:srgbClr val="00B0F0"/>
              </a:solidFill>
            </a:rPr>
            <a:t> 26 </a:t>
          </a:r>
          <a:r>
            <a:rPr lang="en-US" sz="1800" kern="1200" dirty="0" err="1" smtClean="0">
              <a:solidFill>
                <a:srgbClr val="00B0F0"/>
              </a:solidFill>
            </a:rPr>
            <a:t>sinif</a:t>
          </a:r>
          <a:r>
            <a:rPr lang="en-US" sz="1800" kern="1200" dirty="0" smtClean="0">
              <a:solidFill>
                <a:srgbClr val="00B0F0"/>
              </a:solidFill>
            </a:rPr>
            <a:t>, 5-9-cu </a:t>
          </a:r>
          <a:r>
            <a:rPr lang="en-US" sz="1800" kern="1200" dirty="0" err="1" smtClean="0">
              <a:solidFill>
                <a:srgbClr val="00B0F0"/>
              </a:solidFill>
            </a:rPr>
            <a:t>siniflər</a:t>
          </a:r>
          <a:r>
            <a:rPr lang="en-US" sz="1800" kern="1200" dirty="0" smtClean="0">
              <a:solidFill>
                <a:srgbClr val="00B0F0"/>
              </a:solidFill>
            </a:rPr>
            <a:t> </a:t>
          </a:r>
          <a:r>
            <a:rPr lang="en-US" sz="1800" kern="1200" dirty="0" err="1" smtClean="0">
              <a:solidFill>
                <a:srgbClr val="00B0F0"/>
              </a:solidFill>
            </a:rPr>
            <a:t>üzrə</a:t>
          </a:r>
          <a:r>
            <a:rPr lang="en-US" sz="1800" kern="1200" dirty="0" smtClean="0">
              <a:solidFill>
                <a:srgbClr val="00B0F0"/>
              </a:solidFill>
            </a:rPr>
            <a:t> </a:t>
          </a:r>
          <a:r>
            <a:rPr lang="az-Latn-AZ" sz="1800" kern="1200" dirty="0" smtClean="0">
              <a:solidFill>
                <a:srgbClr val="00B0F0"/>
              </a:solidFill>
            </a:rPr>
            <a:t>33</a:t>
          </a:r>
          <a:r>
            <a:rPr lang="en-US" sz="1800" kern="1200" dirty="0" smtClean="0">
              <a:solidFill>
                <a:srgbClr val="00B0F0"/>
              </a:solidFill>
            </a:rPr>
            <a:t> </a:t>
          </a:r>
          <a:r>
            <a:rPr lang="en-US" sz="1800" kern="1200" dirty="0" err="1" smtClean="0">
              <a:solidFill>
                <a:srgbClr val="00B0F0"/>
              </a:solidFill>
            </a:rPr>
            <a:t>sinif</a:t>
          </a:r>
          <a:r>
            <a:rPr lang="en-US" sz="1800" kern="1200" dirty="0" smtClean="0">
              <a:solidFill>
                <a:srgbClr val="00B0F0"/>
              </a:solidFill>
            </a:rPr>
            <a:t>, 10-11-ci </a:t>
          </a:r>
          <a:r>
            <a:rPr lang="en-US" sz="1800" kern="1200" dirty="0" err="1" smtClean="0">
              <a:solidFill>
                <a:srgbClr val="00B0F0"/>
              </a:solidFill>
            </a:rPr>
            <a:t>siniflər</a:t>
          </a:r>
          <a:r>
            <a:rPr lang="en-US" sz="1800" kern="1200" dirty="0" smtClean="0">
              <a:solidFill>
                <a:srgbClr val="00B0F0"/>
              </a:solidFill>
            </a:rPr>
            <a:t> </a:t>
          </a:r>
          <a:r>
            <a:rPr lang="en-US" sz="1800" kern="1200" dirty="0" err="1" smtClean="0">
              <a:solidFill>
                <a:srgbClr val="00B0F0"/>
              </a:solidFill>
            </a:rPr>
            <a:t>üzrə</a:t>
          </a:r>
          <a:r>
            <a:rPr lang="en-US" sz="1800" kern="1200" dirty="0" smtClean="0">
              <a:solidFill>
                <a:srgbClr val="00B0F0"/>
              </a:solidFill>
            </a:rPr>
            <a:t> </a:t>
          </a:r>
          <a:r>
            <a:rPr lang="az-Latn-AZ" sz="1800" kern="1200" dirty="0" smtClean="0">
              <a:solidFill>
                <a:srgbClr val="00B0F0"/>
              </a:solidFill>
            </a:rPr>
            <a:t>isə </a:t>
          </a:r>
          <a:r>
            <a:rPr lang="en-US" sz="1800" kern="1200" dirty="0" smtClean="0">
              <a:solidFill>
                <a:srgbClr val="00B0F0"/>
              </a:solidFill>
            </a:rPr>
            <a:t>8 </a:t>
          </a:r>
          <a:r>
            <a:rPr lang="en-US" sz="1800" kern="1200" dirty="0" err="1" smtClean="0">
              <a:solidFill>
                <a:srgbClr val="00B0F0"/>
              </a:solidFill>
            </a:rPr>
            <a:t>sinif</a:t>
          </a:r>
          <a:r>
            <a:rPr lang="en-US" sz="1800" kern="1200" dirty="0" smtClean="0">
              <a:solidFill>
                <a:srgbClr val="00B0F0"/>
              </a:solidFill>
            </a:rPr>
            <a:t> </a:t>
          </a:r>
          <a:r>
            <a:rPr lang="en-US" sz="1800" kern="1200" dirty="0" err="1" smtClean="0">
              <a:solidFill>
                <a:srgbClr val="00B0F0"/>
              </a:solidFill>
            </a:rPr>
            <a:t>mövcud</a:t>
          </a:r>
          <a:r>
            <a:rPr lang="en-US" sz="1800" kern="1200" dirty="0" smtClean="0">
              <a:solidFill>
                <a:srgbClr val="00B0F0"/>
              </a:solidFill>
            </a:rPr>
            <a:t> </a:t>
          </a:r>
          <a:r>
            <a:rPr lang="en-US" sz="1800" kern="1200" dirty="0" err="1" smtClean="0">
              <a:solidFill>
                <a:srgbClr val="00B0F0"/>
              </a:solidFill>
            </a:rPr>
            <a:t>olmuşdur</a:t>
          </a:r>
          <a:r>
            <a:rPr lang="en-US" sz="1800" kern="1200" dirty="0" smtClean="0">
              <a:solidFill>
                <a:srgbClr val="00B0F0"/>
              </a:solidFill>
            </a:rPr>
            <a:t>.</a:t>
          </a:r>
          <a:r>
            <a:rPr lang="az-Latn-AZ" sz="1800" kern="1200" dirty="0" smtClean="0">
              <a:solidFill>
                <a:srgbClr val="00B0F0"/>
              </a:solidFill>
            </a:rPr>
            <a:t> </a:t>
          </a:r>
          <a:r>
            <a:rPr lang="en-US" sz="1800" kern="1200" dirty="0" err="1" smtClean="0">
              <a:solidFill>
                <a:srgbClr val="00B0F0"/>
              </a:solidFill>
            </a:rPr>
            <a:t>Məktəb</a:t>
          </a:r>
          <a:r>
            <a:rPr lang="en-US" sz="1800" kern="1200" dirty="0" smtClean="0">
              <a:solidFill>
                <a:srgbClr val="00B0F0"/>
              </a:solidFill>
            </a:rPr>
            <a:t> </a:t>
          </a:r>
          <a:r>
            <a:rPr lang="en-US" sz="1800" kern="1200" dirty="0" err="1" smtClean="0">
              <a:solidFill>
                <a:srgbClr val="00B0F0"/>
              </a:solidFill>
            </a:rPr>
            <a:t>üzrə</a:t>
          </a:r>
          <a:r>
            <a:rPr lang="en-US" sz="1800" kern="1200" dirty="0" smtClean="0">
              <a:solidFill>
                <a:srgbClr val="00B0F0"/>
              </a:solidFill>
            </a:rPr>
            <a:t> </a:t>
          </a:r>
          <a:r>
            <a:rPr lang="en-US" sz="1800" kern="1200" dirty="0" err="1" smtClean="0">
              <a:solidFill>
                <a:srgbClr val="00B0F0"/>
              </a:solidFill>
            </a:rPr>
            <a:t>ümumi</a:t>
          </a:r>
          <a:r>
            <a:rPr lang="en-US" sz="1800" kern="1200" dirty="0" smtClean="0">
              <a:solidFill>
                <a:srgbClr val="00B0F0"/>
              </a:solidFill>
            </a:rPr>
            <a:t> </a:t>
          </a:r>
          <a:r>
            <a:rPr lang="en-US" sz="1800" kern="1200" dirty="0" err="1" smtClean="0">
              <a:solidFill>
                <a:srgbClr val="00B0F0"/>
              </a:solidFill>
            </a:rPr>
            <a:t>sinif</a:t>
          </a:r>
          <a:r>
            <a:rPr lang="en-US" sz="1800" kern="1200" dirty="0" smtClean="0">
              <a:solidFill>
                <a:srgbClr val="00B0F0"/>
              </a:solidFill>
            </a:rPr>
            <a:t> </a:t>
          </a:r>
          <a:r>
            <a:rPr lang="en-US" sz="1800" kern="1200" dirty="0" err="1" smtClean="0">
              <a:solidFill>
                <a:srgbClr val="00B0F0"/>
              </a:solidFill>
            </a:rPr>
            <a:t>sayı</a:t>
          </a:r>
          <a:r>
            <a:rPr lang="en-US" sz="1800" kern="1200" dirty="0" smtClean="0">
              <a:solidFill>
                <a:srgbClr val="00B0F0"/>
              </a:solidFill>
            </a:rPr>
            <a:t> 67 </a:t>
          </a:r>
          <a:r>
            <a:rPr lang="en-US" sz="1800" kern="1200" dirty="0" err="1" smtClean="0">
              <a:solidFill>
                <a:srgbClr val="00B0F0"/>
              </a:solidFill>
            </a:rPr>
            <a:t>olmuşdur</a:t>
          </a:r>
          <a:r>
            <a:rPr lang="en-US" sz="1800" kern="1200" dirty="0" smtClean="0">
              <a:solidFill>
                <a:srgbClr val="00B0F0"/>
              </a:solidFill>
            </a:rPr>
            <a:t>.</a:t>
          </a:r>
          <a:r>
            <a:rPr lang="az-Latn-AZ" sz="1800" kern="1200" dirty="0" smtClean="0">
              <a:solidFill>
                <a:srgbClr val="00B0F0"/>
              </a:solidFill>
            </a:rPr>
            <a:t> </a:t>
          </a:r>
          <a:r>
            <a:rPr lang="en-US" sz="1800" kern="1200" dirty="0" err="1" smtClean="0">
              <a:solidFill>
                <a:srgbClr val="00B0F0"/>
              </a:solidFill>
            </a:rPr>
            <a:t>Ümumi</a:t>
          </a:r>
          <a:r>
            <a:rPr lang="en-US" sz="1800" kern="1200" dirty="0" smtClean="0">
              <a:solidFill>
                <a:srgbClr val="00B0F0"/>
              </a:solidFill>
            </a:rPr>
            <a:t> </a:t>
          </a:r>
          <a:r>
            <a:rPr lang="en-US" sz="1800" kern="1200" dirty="0" err="1" smtClean="0">
              <a:solidFill>
                <a:srgbClr val="00B0F0"/>
              </a:solidFill>
            </a:rPr>
            <a:t>şagird</a:t>
          </a:r>
          <a:r>
            <a:rPr lang="en-US" sz="1800" kern="1200" dirty="0" smtClean="0">
              <a:solidFill>
                <a:srgbClr val="00B0F0"/>
              </a:solidFill>
            </a:rPr>
            <a:t> </a:t>
          </a:r>
          <a:r>
            <a:rPr lang="en-US" sz="1800" kern="1200" dirty="0" err="1" smtClean="0">
              <a:solidFill>
                <a:srgbClr val="00B0F0"/>
              </a:solidFill>
            </a:rPr>
            <a:t>sayı</a:t>
          </a:r>
          <a:r>
            <a:rPr lang="en-US" sz="1800" kern="1200" dirty="0" smtClean="0">
              <a:solidFill>
                <a:srgbClr val="00B0F0"/>
              </a:solidFill>
            </a:rPr>
            <a:t> </a:t>
          </a:r>
          <a:r>
            <a:rPr lang="az-Latn-AZ" sz="1800" kern="1200" dirty="0" smtClean="0">
              <a:solidFill>
                <a:srgbClr val="00B0F0"/>
              </a:solidFill>
            </a:rPr>
            <a:t>isə </a:t>
          </a:r>
          <a:r>
            <a:rPr lang="en-US" sz="1800" kern="1200" dirty="0" smtClean="0">
              <a:solidFill>
                <a:srgbClr val="00B0F0"/>
              </a:solidFill>
            </a:rPr>
            <a:t>1537 </a:t>
          </a:r>
          <a:r>
            <a:rPr lang="en-US" sz="1800" kern="1200" dirty="0" err="1" smtClean="0">
              <a:solidFill>
                <a:srgbClr val="00B0F0"/>
              </a:solidFill>
            </a:rPr>
            <a:t>nəfər</a:t>
          </a:r>
          <a:r>
            <a:rPr lang="en-US" sz="1800" kern="1200" dirty="0" smtClean="0">
              <a:solidFill>
                <a:srgbClr val="00B0F0"/>
              </a:solidFill>
            </a:rPr>
            <a:t> </a:t>
          </a:r>
          <a:r>
            <a:rPr lang="en-US" sz="1800" kern="1200" dirty="0" err="1" smtClean="0">
              <a:solidFill>
                <a:srgbClr val="00B0F0"/>
              </a:solidFill>
            </a:rPr>
            <a:t>olmuşdur</a:t>
          </a:r>
          <a:r>
            <a:rPr lang="en-US" sz="1800" kern="1200" dirty="0" smtClean="0">
              <a:solidFill>
                <a:srgbClr val="00B0F0"/>
              </a:solidFill>
            </a:rPr>
            <a:t>.</a:t>
          </a:r>
          <a:endParaRPr lang="en-US" sz="1800" kern="1200" dirty="0">
            <a:solidFill>
              <a:srgbClr val="00B0F0"/>
            </a:solidFill>
          </a:endParaRPr>
        </a:p>
      </dsp:txBody>
      <dsp:txXfrm>
        <a:off x="3973040" y="2328862"/>
        <a:ext cx="3761097" cy="1552574"/>
      </dsp:txXfrm>
    </dsp:sp>
    <dsp:sp modelId="{5E4EF72A-E84E-46A7-B723-44F5A9E3770C}">
      <dsp:nvSpPr>
        <dsp:cNvPr id="0" name=""/>
        <dsp:cNvSpPr/>
      </dsp:nvSpPr>
      <dsp:spPr>
        <a:xfrm>
          <a:off x="5659516" y="1746646"/>
          <a:ext cx="388143" cy="388143"/>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C634F-1231-4F90-98E6-3B5825D8E80E}">
      <dsp:nvSpPr>
        <dsp:cNvPr id="0" name=""/>
        <dsp:cNvSpPr/>
      </dsp:nvSpPr>
      <dsp:spPr>
        <a:xfrm rot="16200000">
          <a:off x="-1255704" y="1956915"/>
          <a:ext cx="3027520" cy="412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64229" bIns="0" numCol="1" spcCol="1270" anchor="t" anchorCtr="0">
          <a:noAutofit/>
        </a:bodyPr>
        <a:lstStyle/>
        <a:p>
          <a:pPr lvl="0" algn="r" defTabSz="1377950">
            <a:lnSpc>
              <a:spcPct val="90000"/>
            </a:lnSpc>
            <a:spcBef>
              <a:spcPct val="0"/>
            </a:spcBef>
            <a:spcAft>
              <a:spcPct val="35000"/>
            </a:spcAft>
          </a:pPr>
          <a:r>
            <a:rPr lang="az-Latn-AZ" sz="3100" kern="1200" dirty="0" smtClean="0"/>
            <a:t>Ana dili</a:t>
          </a:r>
          <a:endParaRPr lang="en-US" sz="3100" kern="1200" dirty="0"/>
        </a:p>
      </dsp:txBody>
      <dsp:txXfrm>
        <a:off x="-1255704" y="1956915"/>
        <a:ext cx="3027520" cy="412984"/>
      </dsp:txXfrm>
    </dsp:sp>
    <dsp:sp modelId="{659044B0-1746-4B1E-AB16-165AD01D086F}">
      <dsp:nvSpPr>
        <dsp:cNvPr id="0" name=""/>
        <dsp:cNvSpPr/>
      </dsp:nvSpPr>
      <dsp:spPr>
        <a:xfrm>
          <a:off x="464547" y="649647"/>
          <a:ext cx="2057099" cy="3027520"/>
        </a:xfrm>
        <a:prstGeom prst="rect">
          <a:avLst/>
        </a:prstGeom>
        <a:solidFill>
          <a:srgbClr val="FFC000"/>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364229" rIns="170688" bIns="170688" numCol="1" spcCol="1270" anchor="t" anchorCtr="0">
          <a:noAutofit/>
        </a:bodyPr>
        <a:lstStyle/>
        <a:p>
          <a:pPr marL="171450" lvl="1" indent="-171450" algn="l" defTabSz="844550">
            <a:lnSpc>
              <a:spcPct val="90000"/>
            </a:lnSpc>
            <a:spcBef>
              <a:spcPct val="0"/>
            </a:spcBef>
            <a:spcAft>
              <a:spcPct val="15000"/>
            </a:spcAft>
            <a:buChar char="••"/>
          </a:pPr>
          <a:r>
            <a:rPr lang="az-Latn-AZ" sz="1900" kern="1200" dirty="0" smtClean="0"/>
            <a:t>Keyfiyyət faizi-47%</a:t>
          </a:r>
          <a:endParaRPr lang="en-US" sz="1900" kern="1200" dirty="0"/>
        </a:p>
        <a:p>
          <a:pPr marL="171450" lvl="1" indent="-171450" algn="l" defTabSz="844550">
            <a:lnSpc>
              <a:spcPct val="90000"/>
            </a:lnSpc>
            <a:spcBef>
              <a:spcPct val="0"/>
            </a:spcBef>
            <a:spcAft>
              <a:spcPct val="15000"/>
            </a:spcAft>
            <a:buChar char="••"/>
          </a:pPr>
          <a:r>
            <a:rPr lang="az-Latn-AZ" sz="1900" kern="1200" dirty="0" smtClean="0"/>
            <a:t>Müvəffəqiyyət faizi-78%</a:t>
          </a:r>
          <a:endParaRPr lang="en-US" sz="1900" kern="1200" dirty="0"/>
        </a:p>
      </dsp:txBody>
      <dsp:txXfrm>
        <a:off x="464547" y="649647"/>
        <a:ext cx="2057099" cy="3027520"/>
      </dsp:txXfrm>
    </dsp:sp>
    <dsp:sp modelId="{4DE21135-FB18-486A-B4B3-18301676797C}">
      <dsp:nvSpPr>
        <dsp:cNvPr id="0" name=""/>
        <dsp:cNvSpPr/>
      </dsp:nvSpPr>
      <dsp:spPr>
        <a:xfrm>
          <a:off x="126103" y="154388"/>
          <a:ext cx="676889" cy="726207"/>
        </a:xfrm>
        <a:prstGeom prst="rect">
          <a:avLst/>
        </a:prstGeom>
        <a:blipFill rotWithShape="1">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2259C3-1F5F-4551-8ABB-1A9B2F4C586C}">
      <dsp:nvSpPr>
        <dsp:cNvPr id="0" name=""/>
        <dsp:cNvSpPr/>
      </dsp:nvSpPr>
      <dsp:spPr>
        <a:xfrm rot="16200000">
          <a:off x="1755845" y="2006795"/>
          <a:ext cx="3027520" cy="412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64229" bIns="0" numCol="1" spcCol="1270" anchor="t" anchorCtr="0">
          <a:noAutofit/>
        </a:bodyPr>
        <a:lstStyle/>
        <a:p>
          <a:pPr lvl="0" algn="r" defTabSz="1377950">
            <a:lnSpc>
              <a:spcPct val="90000"/>
            </a:lnSpc>
            <a:spcBef>
              <a:spcPct val="0"/>
            </a:spcBef>
            <a:spcAft>
              <a:spcPct val="35000"/>
            </a:spcAft>
          </a:pPr>
          <a:r>
            <a:rPr lang="az-Latn-AZ" sz="3100" kern="1200" dirty="0" smtClean="0"/>
            <a:t>Riyaziyyat</a:t>
          </a:r>
          <a:endParaRPr lang="en-US" sz="3100" kern="1200" dirty="0"/>
        </a:p>
      </dsp:txBody>
      <dsp:txXfrm>
        <a:off x="1755845" y="2006795"/>
        <a:ext cx="3027520" cy="412984"/>
      </dsp:txXfrm>
    </dsp:sp>
    <dsp:sp modelId="{25335B55-CA03-4353-9031-560382603BB5}">
      <dsp:nvSpPr>
        <dsp:cNvPr id="0" name=""/>
        <dsp:cNvSpPr/>
      </dsp:nvSpPr>
      <dsp:spPr>
        <a:xfrm>
          <a:off x="3476098" y="699527"/>
          <a:ext cx="2057099" cy="3027520"/>
        </a:xfrm>
        <a:prstGeom prst="rect">
          <a:avLst/>
        </a:prstGeom>
        <a:solidFill>
          <a:srgbClr val="92D050"/>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364229" rIns="170688" bIns="170688" numCol="1" spcCol="1270" anchor="t" anchorCtr="0">
          <a:noAutofit/>
        </a:bodyPr>
        <a:lstStyle/>
        <a:p>
          <a:pPr marL="171450" lvl="1" indent="-171450" algn="l" defTabSz="844550">
            <a:lnSpc>
              <a:spcPct val="90000"/>
            </a:lnSpc>
            <a:spcBef>
              <a:spcPct val="0"/>
            </a:spcBef>
            <a:spcAft>
              <a:spcPct val="15000"/>
            </a:spcAft>
            <a:buChar char="••"/>
          </a:pPr>
          <a:r>
            <a:rPr lang="az-Latn-AZ" sz="1900" kern="1200" dirty="0" smtClean="0"/>
            <a:t>Keyfiyyət faizi-35%</a:t>
          </a:r>
          <a:endParaRPr lang="en-US" sz="1900" kern="1200" dirty="0"/>
        </a:p>
        <a:p>
          <a:pPr marL="171450" lvl="1" indent="-171450" algn="l" defTabSz="844550">
            <a:lnSpc>
              <a:spcPct val="90000"/>
            </a:lnSpc>
            <a:spcBef>
              <a:spcPct val="0"/>
            </a:spcBef>
            <a:spcAft>
              <a:spcPct val="15000"/>
            </a:spcAft>
            <a:buChar char="••"/>
          </a:pPr>
          <a:r>
            <a:rPr lang="az-Latn-AZ" sz="1900" kern="1200" dirty="0" smtClean="0"/>
            <a:t>Müvəffəqiyyət faizi-73%</a:t>
          </a:r>
          <a:endParaRPr lang="en-US" sz="1900" kern="1200" dirty="0"/>
        </a:p>
      </dsp:txBody>
      <dsp:txXfrm>
        <a:off x="3476098" y="699527"/>
        <a:ext cx="2057099" cy="3027520"/>
      </dsp:txXfrm>
    </dsp:sp>
    <dsp:sp modelId="{168EB16A-ABAA-4D5F-90CA-8B8D01C89960}">
      <dsp:nvSpPr>
        <dsp:cNvPr id="0" name=""/>
        <dsp:cNvSpPr/>
      </dsp:nvSpPr>
      <dsp:spPr>
        <a:xfrm>
          <a:off x="3063114" y="154388"/>
          <a:ext cx="825968" cy="825968"/>
        </a:xfrm>
        <a:prstGeom prst="rect">
          <a:avLst/>
        </a:prstGeom>
        <a:blipFill rotWithShape="1">
          <a:blip xmlns:r="http://schemas.openxmlformats.org/officeDocument/2006/relationships" r:embed="rId2"/>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204133-4CA4-4DE9-A90E-FCCC6D175282}">
      <dsp:nvSpPr>
        <dsp:cNvPr id="0" name=""/>
        <dsp:cNvSpPr/>
      </dsp:nvSpPr>
      <dsp:spPr>
        <a:xfrm rot="16200000">
          <a:off x="4767396" y="2006795"/>
          <a:ext cx="3027520" cy="412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64229" bIns="0" numCol="1" spcCol="1270" anchor="t" anchorCtr="0">
          <a:noAutofit/>
        </a:bodyPr>
        <a:lstStyle/>
        <a:p>
          <a:pPr lvl="0" algn="r" defTabSz="1377950">
            <a:lnSpc>
              <a:spcPct val="90000"/>
            </a:lnSpc>
            <a:spcBef>
              <a:spcPct val="0"/>
            </a:spcBef>
            <a:spcAft>
              <a:spcPct val="35000"/>
            </a:spcAft>
          </a:pPr>
          <a:r>
            <a:rPr lang="az-Latn-AZ" sz="3100" kern="1200" dirty="0" smtClean="0"/>
            <a:t>Rus dili</a:t>
          </a:r>
          <a:endParaRPr lang="en-US" sz="3100" kern="1200" dirty="0"/>
        </a:p>
      </dsp:txBody>
      <dsp:txXfrm>
        <a:off x="4767396" y="2006795"/>
        <a:ext cx="3027520" cy="412984"/>
      </dsp:txXfrm>
    </dsp:sp>
    <dsp:sp modelId="{2AFB69C8-DBF9-4A6E-B6AE-8F4C92D2A49C}">
      <dsp:nvSpPr>
        <dsp:cNvPr id="0" name=""/>
        <dsp:cNvSpPr/>
      </dsp:nvSpPr>
      <dsp:spPr>
        <a:xfrm>
          <a:off x="6487648" y="699527"/>
          <a:ext cx="2057099" cy="3027520"/>
        </a:xfrm>
        <a:prstGeom prst="rect">
          <a:avLst/>
        </a:prstGeom>
        <a:solidFill>
          <a:srgbClr val="002060"/>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364229" rIns="170688" bIns="170688" numCol="1" spcCol="1270" anchor="t" anchorCtr="0">
          <a:noAutofit/>
        </a:bodyPr>
        <a:lstStyle/>
        <a:p>
          <a:pPr marL="171450" lvl="1" indent="-171450" algn="l" defTabSz="844550">
            <a:lnSpc>
              <a:spcPct val="90000"/>
            </a:lnSpc>
            <a:spcBef>
              <a:spcPct val="0"/>
            </a:spcBef>
            <a:spcAft>
              <a:spcPct val="15000"/>
            </a:spcAft>
            <a:buChar char="••"/>
          </a:pPr>
          <a:r>
            <a:rPr lang="az-Latn-AZ" sz="1900" kern="1200" dirty="0" smtClean="0"/>
            <a:t>Keyfiyyət faizi-41%</a:t>
          </a:r>
          <a:endParaRPr lang="en-US" sz="1900" kern="1200" dirty="0"/>
        </a:p>
        <a:p>
          <a:pPr marL="171450" lvl="1" indent="-171450" algn="l" defTabSz="844550">
            <a:lnSpc>
              <a:spcPct val="90000"/>
            </a:lnSpc>
            <a:spcBef>
              <a:spcPct val="0"/>
            </a:spcBef>
            <a:spcAft>
              <a:spcPct val="15000"/>
            </a:spcAft>
            <a:buChar char="••"/>
          </a:pPr>
          <a:r>
            <a:rPr lang="az-Latn-AZ" sz="1900" kern="1200" dirty="0" smtClean="0"/>
            <a:t>Müvəffəqiyyət faizi-69%</a:t>
          </a:r>
          <a:endParaRPr lang="en-US" sz="1900" kern="1200" dirty="0"/>
        </a:p>
      </dsp:txBody>
      <dsp:txXfrm>
        <a:off x="6487648" y="699527"/>
        <a:ext cx="2057099" cy="3027520"/>
      </dsp:txXfrm>
    </dsp:sp>
    <dsp:sp modelId="{C6421A59-7C29-45BA-837A-8191BA0E71CB}">
      <dsp:nvSpPr>
        <dsp:cNvPr id="0" name=""/>
        <dsp:cNvSpPr/>
      </dsp:nvSpPr>
      <dsp:spPr>
        <a:xfrm>
          <a:off x="6074664" y="154388"/>
          <a:ext cx="825968" cy="825968"/>
        </a:xfrm>
        <a:prstGeom prst="rect">
          <a:avLst/>
        </a:prstGeom>
        <a:blipFill rotWithShape="1">
          <a:blip xmlns:r="http://schemas.openxmlformats.org/officeDocument/2006/relationships" r:embed="rId3"/>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883982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27415118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6317436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60856FF-016C-49E8-96C8-A7F44466DFA7}" type="datetimeFigureOut">
              <a:rPr lang="en-US" smtClean="0"/>
              <a:t>7/6/2021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4860230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60856FF-016C-49E8-96C8-A7F44466DFA7}" type="datetimeFigureOut">
              <a:rPr lang="en-US" smtClean="0"/>
              <a:t>7/6/2021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23760409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60856FF-016C-49E8-96C8-A7F44466DFA7}" type="datetimeFigureOut">
              <a:rPr lang="en-US" smtClean="0"/>
              <a:t>7/6/2021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13746845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0856FF-016C-49E8-96C8-A7F44466DFA7}" type="datetimeFigureOut">
              <a:rPr lang="en-US" smtClean="0"/>
              <a:t>7/6/2021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28821513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60856FF-016C-49E8-96C8-A7F44466DFA7}" type="datetimeFigureOut">
              <a:rPr lang="en-US" smtClean="0"/>
              <a:t>7/6/2021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30978612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60856FF-016C-49E8-96C8-A7F44466DFA7}" type="datetimeFigureOut">
              <a:rPr lang="en-US" smtClean="0"/>
              <a:t>7/6/2021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26666471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205826440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918818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19168641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4496569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14891009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36798310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0856FF-016C-49E8-96C8-A7F44466DFA7}" type="datetimeFigureOut">
              <a:rPr lang="en-US" smtClean="0"/>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FBFB08-E1A5-448B-9A1D-9F3E8260EB0B}" type="slidenum">
              <a:rPr lang="en-US" smtClean="0"/>
              <a:t>‹#›</a:t>
            </a:fld>
            <a:endParaRPr lang="en-US"/>
          </a:p>
        </p:txBody>
      </p:sp>
    </p:spTree>
    <p:extLst>
      <p:ext uri="{BB962C8B-B14F-4D97-AF65-F5344CB8AC3E}">
        <p14:creationId xmlns:p14="http://schemas.microsoft.com/office/powerpoint/2010/main" val="134310262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60856FF-016C-49E8-96C8-A7F44466DFA7}" type="datetimeFigureOut">
              <a:rPr lang="en-US" smtClean="0"/>
              <a:t>7/6/2021</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EFBFB08-E1A5-448B-9A1D-9F3E8260EB0B}" type="slidenum">
              <a:rPr lang="en-US" smtClean="0"/>
              <a:t>‹#›</a:t>
            </a:fld>
            <a:endParaRPr lang="en-US"/>
          </a:p>
        </p:txBody>
      </p:sp>
    </p:spTree>
    <p:extLst>
      <p:ext uri="{BB962C8B-B14F-4D97-AF65-F5344CB8AC3E}">
        <p14:creationId xmlns:p14="http://schemas.microsoft.com/office/powerpoint/2010/main" val="209642352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Bi</a:t>
            </a:r>
            <a:r>
              <a:rPr lang="az-Latn-AZ" dirty="0" smtClean="0"/>
              <a:t>nəqədi rayonu Həsən Cəbrayılov adına 99 N-li tam orta məktəb</a:t>
            </a:r>
            <a:endParaRPr lang="en-US" dirty="0"/>
          </a:p>
        </p:txBody>
      </p:sp>
      <p:sp>
        <p:nvSpPr>
          <p:cNvPr id="3" name="Subtitle 2"/>
          <p:cNvSpPr>
            <a:spLocks noGrp="1"/>
          </p:cNvSpPr>
          <p:nvPr>
            <p:ph type="subTitle" idx="1"/>
          </p:nvPr>
        </p:nvSpPr>
        <p:spPr>
          <a:xfrm>
            <a:off x="6882938" y="4929446"/>
            <a:ext cx="3785062" cy="897776"/>
          </a:xfrm>
        </p:spPr>
        <p:txBody>
          <a:bodyPr>
            <a:normAutofit/>
          </a:bodyPr>
          <a:lstStyle/>
          <a:p>
            <a:r>
              <a:rPr lang="az-Latn-AZ" dirty="0" smtClean="0"/>
              <a:t>Məruzəçi - məktəb direktoru Ofelya Məmmədova</a:t>
            </a:r>
            <a:endParaRPr lang="en-US" dirty="0"/>
          </a:p>
        </p:txBody>
      </p:sp>
    </p:spTree>
    <p:extLst>
      <p:ext uri="{BB962C8B-B14F-4D97-AF65-F5344CB8AC3E}">
        <p14:creationId xmlns:p14="http://schemas.microsoft.com/office/powerpoint/2010/main" val="13425712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45" y="425268"/>
            <a:ext cx="9119809" cy="1320800"/>
          </a:xfrm>
        </p:spPr>
        <p:txBody>
          <a:bodyPr>
            <a:normAutofit/>
          </a:bodyPr>
          <a:lstStyle/>
          <a:p>
            <a:r>
              <a:rPr lang="en-US" sz="3600" b="1" dirty="0">
                <a:solidFill>
                  <a:srgbClr val="FF0000"/>
                </a:solidFill>
              </a:rPr>
              <a:t>Bi</a:t>
            </a:r>
            <a:r>
              <a:rPr lang="az-Latn-AZ" sz="3600" b="1" dirty="0">
                <a:solidFill>
                  <a:srgbClr val="FF0000"/>
                </a:solidFill>
              </a:rPr>
              <a:t>nəqədi rayonu Həsən Cəbrayılov adına 99 N-li tam orta məktəb</a:t>
            </a:r>
            <a:endParaRPr lang="en-US" sz="3600" b="1" dirty="0">
              <a:solidFill>
                <a:srgbClr val="FF0000"/>
              </a:solidFill>
            </a:endParaRPr>
          </a:p>
        </p:txBody>
      </p:sp>
      <p:sp>
        <p:nvSpPr>
          <p:cNvPr id="3" name="Content Placeholder 2"/>
          <p:cNvSpPr>
            <a:spLocks noGrp="1"/>
          </p:cNvSpPr>
          <p:nvPr>
            <p:ph idx="1"/>
          </p:nvPr>
        </p:nvSpPr>
        <p:spPr>
          <a:xfrm>
            <a:off x="115631" y="2012026"/>
            <a:ext cx="7058546" cy="3880773"/>
          </a:xfrm>
        </p:spPr>
        <p:txBody>
          <a:bodyPr/>
          <a:lstStyle/>
          <a:p>
            <a:r>
              <a:rPr lang="az-Latn-AZ" dirty="0" smtClean="0"/>
              <a:t>Məktəb 1962-ci ildə inşa olunub. İki korpusdan ibarətdir. Məktəbin ümumi sahəsi 10,875 m</a:t>
            </a:r>
            <a:r>
              <a:rPr lang="en-US" baseline="30000" dirty="0"/>
              <a:t>2</a:t>
            </a:r>
            <a:r>
              <a:rPr lang="az-Latn-AZ" dirty="0" smtClean="0"/>
              <a:t> –dir. 2006-cı ildə ibtidai siniflər üçün 16 sinif otağından ibarət korpus inşa edilmişdir. 2007-ci ildə məktəb əsaslı təmir olunmuşdur.</a:t>
            </a:r>
            <a:r>
              <a:rPr lang="en-US" b="1" i="1" dirty="0" smtClean="0"/>
              <a:t> </a:t>
            </a:r>
            <a:r>
              <a:rPr lang="az-Latn-AZ" dirty="0" smtClean="0"/>
              <a:t>2</a:t>
            </a:r>
            <a:r>
              <a:rPr lang="en-US" dirty="0" smtClean="0"/>
              <a:t>010-cu </a:t>
            </a:r>
            <a:r>
              <a:rPr lang="en-US" dirty="0" err="1"/>
              <a:t>il</a:t>
            </a:r>
            <a:r>
              <a:rPr lang="en-US" dirty="0"/>
              <a:t> </a:t>
            </a:r>
            <a:r>
              <a:rPr lang="en-US" dirty="0" err="1"/>
              <a:t>tarixində</a:t>
            </a:r>
            <a:r>
              <a:rPr lang="en-US" dirty="0"/>
              <a:t> "</a:t>
            </a:r>
            <a:r>
              <a:rPr lang="en-US" dirty="0" err="1"/>
              <a:t>İlin</a:t>
            </a:r>
            <a:r>
              <a:rPr lang="en-US" dirty="0"/>
              <a:t> </a:t>
            </a:r>
            <a:r>
              <a:rPr lang="en-US" dirty="0" err="1"/>
              <a:t>ən</a:t>
            </a:r>
            <a:r>
              <a:rPr lang="en-US" dirty="0"/>
              <a:t> </a:t>
            </a:r>
            <a:r>
              <a:rPr lang="en-US" dirty="0" err="1"/>
              <a:t>yaxşı</a:t>
            </a:r>
            <a:r>
              <a:rPr lang="en-US" dirty="0"/>
              <a:t> </a:t>
            </a:r>
            <a:r>
              <a:rPr lang="az-Latn-AZ" dirty="0" smtClean="0"/>
              <a:t>ümumtəhsil </a:t>
            </a:r>
            <a:r>
              <a:rPr lang="en-US" dirty="0" err="1" smtClean="0"/>
              <a:t>məktəbi</a:t>
            </a:r>
            <a:r>
              <a:rPr lang="en-US" dirty="0"/>
              <a:t>" </a:t>
            </a:r>
            <a:r>
              <a:rPr lang="az-Latn-AZ" dirty="0" smtClean="0"/>
              <a:t>müsabiqəsinin </a:t>
            </a:r>
            <a:r>
              <a:rPr lang="en-US" dirty="0" smtClean="0"/>
              <a:t> </a:t>
            </a:r>
            <a:r>
              <a:rPr lang="en-US" dirty="0" err="1"/>
              <a:t>qalibi</a:t>
            </a:r>
            <a:r>
              <a:rPr lang="en-US" dirty="0"/>
              <a:t> </a:t>
            </a:r>
            <a:r>
              <a:rPr lang="en-US" dirty="0" err="1"/>
              <a:t>olmuşdur</a:t>
            </a:r>
            <a:r>
              <a:rPr lang="en-US" dirty="0" smtClean="0"/>
              <a:t>.</a:t>
            </a:r>
            <a:r>
              <a:rPr lang="az-Latn-AZ" dirty="0" smtClean="0"/>
              <a:t> 2014-2015-ci tədris ilində IX sinfin buraxılış imtahanının nəticələrinə görə məktəb </a:t>
            </a:r>
            <a:r>
              <a:rPr lang="rue-Cyrl" dirty="0" smtClean="0"/>
              <a:t>“</a:t>
            </a:r>
            <a:r>
              <a:rPr lang="az-Latn-AZ" dirty="0" smtClean="0"/>
              <a:t>Fəxri fərman</a:t>
            </a:r>
            <a:r>
              <a:rPr lang="rue-Cyrl" dirty="0" smtClean="0"/>
              <a:t>”</a:t>
            </a:r>
            <a:r>
              <a:rPr lang="az-Latn-AZ" dirty="0" smtClean="0"/>
              <a:t>la və 2000 Azn pul mükafatı ilə təltif olunmuşdur.</a:t>
            </a:r>
          </a:p>
        </p:txBody>
      </p:sp>
      <p:pic>
        <p:nvPicPr>
          <p:cNvPr id="4" name="Picture 3"/>
          <p:cNvPicPr>
            <a:picLocks noChangeAspect="1"/>
          </p:cNvPicPr>
          <p:nvPr/>
        </p:nvPicPr>
        <p:blipFill>
          <a:blip r:embed="rId2"/>
          <a:stretch>
            <a:fillRect/>
          </a:stretch>
        </p:blipFill>
        <p:spPr>
          <a:xfrm>
            <a:off x="7174177" y="1746068"/>
            <a:ext cx="4799773" cy="2825931"/>
          </a:xfrm>
          <a:prstGeom prst="rect">
            <a:avLst/>
          </a:prstGeom>
        </p:spPr>
      </p:pic>
    </p:spTree>
    <p:extLst>
      <p:ext uri="{BB962C8B-B14F-4D97-AF65-F5344CB8AC3E}">
        <p14:creationId xmlns:p14="http://schemas.microsoft.com/office/powerpoint/2010/main" val="36204281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z-Latn-AZ" dirty="0" smtClean="0">
                <a:solidFill>
                  <a:srgbClr val="FF0000"/>
                </a:solidFill>
              </a:rPr>
              <a:t>Şagird kontingenti və sinif komplekti </a:t>
            </a:r>
            <a:endParaRPr lang="en-US" dirty="0">
              <a:solidFill>
                <a:srgbClr val="FF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85632782"/>
              </p:ext>
            </p:extLst>
          </p:nvPr>
        </p:nvGraphicFramePr>
        <p:xfrm>
          <a:off x="677690" y="1930400"/>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1"/>
          <p:cNvSpPr>
            <a:spLocks noChangeArrowheads="1"/>
          </p:cNvSpPr>
          <p:nvPr/>
        </p:nvSpPr>
        <p:spPr bwMode="auto">
          <a:xfrm>
            <a:off x="-476271607" y="0"/>
            <a:ext cx="48846360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0224142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83177"/>
          </a:xfrm>
        </p:spPr>
        <p:txBody>
          <a:bodyPr>
            <a:normAutofit fontScale="90000"/>
          </a:bodyPr>
          <a:lstStyle/>
          <a:p>
            <a:pPr algn="ctr"/>
            <a:r>
              <a:rPr lang="az-Latn-AZ" dirty="0" smtClean="0">
                <a:solidFill>
                  <a:srgbClr val="FF0000"/>
                </a:solidFill>
              </a:rPr>
              <a:t>Kadr məsələləri ilə bağlı işin təşkili</a:t>
            </a:r>
            <a:endParaRPr lang="en-US" dirty="0">
              <a:solidFill>
                <a:srgbClr val="FF0000"/>
              </a:solidFill>
            </a:endParaRPr>
          </a:p>
        </p:txBody>
      </p:sp>
      <p:sp>
        <p:nvSpPr>
          <p:cNvPr id="4" name="Text Placeholder 3"/>
          <p:cNvSpPr>
            <a:spLocks noGrp="1"/>
          </p:cNvSpPr>
          <p:nvPr>
            <p:ph type="body" idx="1"/>
          </p:nvPr>
        </p:nvSpPr>
        <p:spPr>
          <a:xfrm>
            <a:off x="677335" y="5982788"/>
            <a:ext cx="8596668" cy="585365"/>
          </a:xfrm>
        </p:spPr>
        <p:txBody>
          <a:bodyPr>
            <a:normAutofit/>
          </a:bodyPr>
          <a:lstStyle/>
          <a:p>
            <a:r>
              <a:rPr lang="az-Latn-AZ" sz="2000" dirty="0" smtClean="0">
                <a:solidFill>
                  <a:srgbClr val="00B0F0"/>
                </a:solidFill>
              </a:rPr>
              <a:t>Əliyeva Nərminə Mehdiağa qızı Fəlsəfə üzrə Elmlər doktorudur.</a:t>
            </a:r>
            <a:endParaRPr lang="en-US" sz="2000" dirty="0">
              <a:solidFill>
                <a:srgbClr val="00B0F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760450150"/>
              </p:ext>
            </p:extLst>
          </p:nvPr>
        </p:nvGraphicFramePr>
        <p:xfrm>
          <a:off x="332508" y="1323084"/>
          <a:ext cx="4618315" cy="3057900"/>
        </p:xfrm>
        <a:graphic>
          <a:graphicData uri="http://schemas.openxmlformats.org/drawingml/2006/table">
            <a:tbl>
              <a:tblPr firstRow="1" bandRow="1">
                <a:tableStyleId>{5C22544A-7EE6-4342-B048-85BDC9FD1C3A}</a:tableStyleId>
              </a:tblPr>
              <a:tblGrid>
                <a:gridCol w="2397629">
                  <a:extLst>
                    <a:ext uri="{9D8B030D-6E8A-4147-A177-3AD203B41FA5}">
                      <a16:colId xmlns:a16="http://schemas.microsoft.com/office/drawing/2014/main" val="1347121082"/>
                    </a:ext>
                  </a:extLst>
                </a:gridCol>
                <a:gridCol w="2220686">
                  <a:extLst>
                    <a:ext uri="{9D8B030D-6E8A-4147-A177-3AD203B41FA5}">
                      <a16:colId xmlns:a16="http://schemas.microsoft.com/office/drawing/2014/main" val="4107740115"/>
                    </a:ext>
                  </a:extLst>
                </a:gridCol>
              </a:tblGrid>
              <a:tr h="342400">
                <a:tc>
                  <a:txBody>
                    <a:bodyPr/>
                    <a:lstStyle/>
                    <a:p>
                      <a:r>
                        <a:rPr lang="az-Latn-AZ" dirty="0" smtClean="0"/>
                        <a:t>Yaş</a:t>
                      </a:r>
                      <a:r>
                        <a:rPr lang="az-Latn-AZ" baseline="0" dirty="0" smtClean="0"/>
                        <a:t> tərkibi</a:t>
                      </a:r>
                      <a:endParaRPr lang="en-US" dirty="0"/>
                    </a:p>
                  </a:txBody>
                  <a:tcPr anchor="ctr"/>
                </a:tc>
                <a:tc>
                  <a:txBody>
                    <a:bodyPr/>
                    <a:lstStyle/>
                    <a:p>
                      <a:r>
                        <a:rPr lang="az-Latn-AZ" dirty="0" smtClean="0"/>
                        <a:t>Say</a:t>
                      </a:r>
                      <a:endParaRPr lang="en-US" dirty="0"/>
                    </a:p>
                  </a:txBody>
                  <a:tcPr anchor="ctr"/>
                </a:tc>
                <a:extLst>
                  <a:ext uri="{0D108BD9-81ED-4DB2-BD59-A6C34878D82A}">
                    <a16:rowId xmlns:a16="http://schemas.microsoft.com/office/drawing/2014/main" val="114044310"/>
                  </a:ext>
                </a:extLst>
              </a:tr>
              <a:tr h="342400">
                <a:tc>
                  <a:txBody>
                    <a:bodyPr/>
                    <a:lstStyle/>
                    <a:p>
                      <a:pPr algn="l"/>
                      <a:r>
                        <a:rPr lang="az-Latn-AZ" dirty="0" smtClean="0"/>
                        <a:t>35 yaşa qədər</a:t>
                      </a:r>
                      <a:endParaRPr lang="en-US" dirty="0"/>
                    </a:p>
                  </a:txBody>
                  <a:tcPr anchor="ctr"/>
                </a:tc>
                <a:tc>
                  <a:txBody>
                    <a:bodyPr/>
                    <a:lstStyle/>
                    <a:p>
                      <a:pPr algn="l"/>
                      <a:r>
                        <a:rPr lang="az-Latn-AZ" dirty="0" smtClean="0"/>
                        <a:t>7</a:t>
                      </a:r>
                      <a:endParaRPr lang="en-US" dirty="0"/>
                    </a:p>
                  </a:txBody>
                  <a:tcPr anchor="ctr"/>
                </a:tc>
                <a:extLst>
                  <a:ext uri="{0D108BD9-81ED-4DB2-BD59-A6C34878D82A}">
                    <a16:rowId xmlns:a16="http://schemas.microsoft.com/office/drawing/2014/main" val="1877666193"/>
                  </a:ext>
                </a:extLst>
              </a:tr>
              <a:tr h="562100">
                <a:tc>
                  <a:txBody>
                    <a:bodyPr/>
                    <a:lstStyle/>
                    <a:p>
                      <a:pPr algn="l"/>
                      <a:r>
                        <a:rPr lang="az-Latn-AZ" dirty="0" smtClean="0"/>
                        <a:t>30-50 yaşa qədər</a:t>
                      </a:r>
                      <a:endParaRPr lang="en-US" dirty="0"/>
                    </a:p>
                  </a:txBody>
                  <a:tcPr anchor="ctr"/>
                </a:tc>
                <a:tc>
                  <a:txBody>
                    <a:bodyPr/>
                    <a:lstStyle/>
                    <a:p>
                      <a:pPr algn="l"/>
                      <a:r>
                        <a:rPr lang="az-Latn-AZ" dirty="0" smtClean="0"/>
                        <a:t>45</a:t>
                      </a:r>
                      <a:endParaRPr lang="en-US" dirty="0"/>
                    </a:p>
                  </a:txBody>
                  <a:tcPr anchor="ctr"/>
                </a:tc>
                <a:extLst>
                  <a:ext uri="{0D108BD9-81ED-4DB2-BD59-A6C34878D82A}">
                    <a16:rowId xmlns:a16="http://schemas.microsoft.com/office/drawing/2014/main" val="3511552279"/>
                  </a:ext>
                </a:extLst>
              </a:tr>
              <a:tr h="562100">
                <a:tc>
                  <a:txBody>
                    <a:bodyPr/>
                    <a:lstStyle/>
                    <a:p>
                      <a:pPr algn="l"/>
                      <a:r>
                        <a:rPr lang="az-Latn-AZ" dirty="0" smtClean="0"/>
                        <a:t>50-60 yaşa</a:t>
                      </a:r>
                      <a:r>
                        <a:rPr lang="az-Latn-AZ" baseline="0" dirty="0" smtClean="0"/>
                        <a:t> qədər</a:t>
                      </a:r>
                      <a:endParaRPr lang="en-US" dirty="0"/>
                    </a:p>
                  </a:txBody>
                  <a:tcPr anchor="ctr"/>
                </a:tc>
                <a:tc>
                  <a:txBody>
                    <a:bodyPr/>
                    <a:lstStyle/>
                    <a:p>
                      <a:pPr algn="l"/>
                      <a:r>
                        <a:rPr lang="az-Latn-AZ" dirty="0" smtClean="0"/>
                        <a:t>61</a:t>
                      </a:r>
                      <a:endParaRPr lang="en-US" dirty="0"/>
                    </a:p>
                  </a:txBody>
                  <a:tcPr anchor="ctr"/>
                </a:tc>
                <a:extLst>
                  <a:ext uri="{0D108BD9-81ED-4DB2-BD59-A6C34878D82A}">
                    <a16:rowId xmlns:a16="http://schemas.microsoft.com/office/drawing/2014/main" val="2632966396"/>
                  </a:ext>
                </a:extLst>
              </a:tr>
              <a:tr h="491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z-Latn-AZ" dirty="0" smtClean="0"/>
                        <a:t>60-65 yaşa</a:t>
                      </a:r>
                      <a:r>
                        <a:rPr lang="az-Latn-AZ" baseline="0" dirty="0" smtClean="0"/>
                        <a:t> qədər </a:t>
                      </a:r>
                      <a:endParaRPr lang="en-US" dirty="0" smtClean="0"/>
                    </a:p>
                    <a:p>
                      <a:pPr algn="l"/>
                      <a:endParaRPr lang="en-US" dirty="0"/>
                    </a:p>
                  </a:txBody>
                  <a:tcPr/>
                </a:tc>
                <a:tc>
                  <a:txBody>
                    <a:bodyPr/>
                    <a:lstStyle/>
                    <a:p>
                      <a:pPr algn="l"/>
                      <a:r>
                        <a:rPr lang="az-Latn-AZ" dirty="0" smtClean="0"/>
                        <a:t>29</a:t>
                      </a:r>
                      <a:endParaRPr lang="en-US" dirty="0"/>
                    </a:p>
                  </a:txBody>
                  <a:tcPr anchor="ctr"/>
                </a:tc>
                <a:extLst>
                  <a:ext uri="{0D108BD9-81ED-4DB2-BD59-A6C34878D82A}">
                    <a16:rowId xmlns:a16="http://schemas.microsoft.com/office/drawing/2014/main" val="3956014752"/>
                  </a:ext>
                </a:extLst>
              </a:tr>
              <a:tr h="562100">
                <a:tc>
                  <a:txBody>
                    <a:bodyPr/>
                    <a:lstStyle/>
                    <a:p>
                      <a:pPr algn="l"/>
                      <a:r>
                        <a:rPr lang="az-Latn-AZ" dirty="0" smtClean="0"/>
                        <a:t>65 yaşdan yuxarı</a:t>
                      </a:r>
                      <a:endParaRPr lang="en-US" dirty="0"/>
                    </a:p>
                  </a:txBody>
                  <a:tcPr anchor="ctr"/>
                </a:tc>
                <a:tc>
                  <a:txBody>
                    <a:bodyPr/>
                    <a:lstStyle/>
                    <a:p>
                      <a:pPr algn="l"/>
                      <a:r>
                        <a:rPr lang="az-Latn-AZ" dirty="0" smtClean="0"/>
                        <a:t>2</a:t>
                      </a:r>
                      <a:endParaRPr lang="en-US" dirty="0"/>
                    </a:p>
                  </a:txBody>
                  <a:tcPr anchor="ctr"/>
                </a:tc>
                <a:extLst>
                  <a:ext uri="{0D108BD9-81ED-4DB2-BD59-A6C34878D82A}">
                    <a16:rowId xmlns:a16="http://schemas.microsoft.com/office/drawing/2014/main" val="47785147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718105540"/>
              </p:ext>
            </p:extLst>
          </p:nvPr>
        </p:nvGraphicFramePr>
        <p:xfrm>
          <a:off x="5295647" y="2942993"/>
          <a:ext cx="5368834" cy="2312125"/>
        </p:xfrm>
        <a:graphic>
          <a:graphicData uri="http://schemas.openxmlformats.org/drawingml/2006/table">
            <a:tbl>
              <a:tblPr firstRow="1" bandRow="1">
                <a:tableStyleId>{5C22544A-7EE6-4342-B048-85BDC9FD1C3A}</a:tableStyleId>
              </a:tblPr>
              <a:tblGrid>
                <a:gridCol w="1410789">
                  <a:extLst>
                    <a:ext uri="{9D8B030D-6E8A-4147-A177-3AD203B41FA5}">
                      <a16:colId xmlns:a16="http://schemas.microsoft.com/office/drawing/2014/main" val="2742278219"/>
                    </a:ext>
                  </a:extLst>
                </a:gridCol>
                <a:gridCol w="1123405">
                  <a:extLst>
                    <a:ext uri="{9D8B030D-6E8A-4147-A177-3AD203B41FA5}">
                      <a16:colId xmlns:a16="http://schemas.microsoft.com/office/drawing/2014/main" val="4013721730"/>
                    </a:ext>
                  </a:extLst>
                </a:gridCol>
                <a:gridCol w="1606732">
                  <a:extLst>
                    <a:ext uri="{9D8B030D-6E8A-4147-A177-3AD203B41FA5}">
                      <a16:colId xmlns:a16="http://schemas.microsoft.com/office/drawing/2014/main" val="21849430"/>
                    </a:ext>
                  </a:extLst>
                </a:gridCol>
                <a:gridCol w="1227908">
                  <a:extLst>
                    <a:ext uri="{9D8B030D-6E8A-4147-A177-3AD203B41FA5}">
                      <a16:colId xmlns:a16="http://schemas.microsoft.com/office/drawing/2014/main" val="604297777"/>
                    </a:ext>
                  </a:extLst>
                </a:gridCol>
              </a:tblGrid>
              <a:tr h="1194247">
                <a:tc>
                  <a:txBody>
                    <a:bodyPr/>
                    <a:lstStyle/>
                    <a:p>
                      <a:r>
                        <a:rPr lang="az-Latn-AZ" dirty="0" smtClean="0"/>
                        <a:t>İxtisas üzrə</a:t>
                      </a:r>
                    </a:p>
                    <a:p>
                      <a:r>
                        <a:rPr lang="az-Latn-AZ" dirty="0" smtClean="0"/>
                        <a:t>bal</a:t>
                      </a:r>
                      <a:endParaRPr lang="en-US" dirty="0" smtClean="0"/>
                    </a:p>
                    <a:p>
                      <a:endParaRPr lang="en-US" dirty="0"/>
                    </a:p>
                  </a:txBody>
                  <a:tcPr/>
                </a:tc>
                <a:tc>
                  <a:txBody>
                    <a:bodyPr/>
                    <a:lstStyle/>
                    <a:p>
                      <a:endParaRPr lang="en-US" dirty="0">
                        <a:solidFill>
                          <a:srgbClr val="7030A0"/>
                        </a:solidFill>
                      </a:endParaRPr>
                    </a:p>
                  </a:txBody>
                  <a:tcPr/>
                </a:tc>
                <a:tc>
                  <a:txBody>
                    <a:bodyPr/>
                    <a:lstStyle/>
                    <a:p>
                      <a:r>
                        <a:rPr lang="az-Latn-AZ" dirty="0" smtClean="0"/>
                        <a:t>Metodika üzrə bal</a:t>
                      </a:r>
                      <a:endParaRPr lang="en-US" dirty="0"/>
                    </a:p>
                  </a:txBody>
                  <a:tcPr/>
                </a:tc>
                <a:tc>
                  <a:txBody>
                    <a:bodyPr/>
                    <a:lstStyle/>
                    <a:p>
                      <a:endParaRPr lang="en-US" dirty="0"/>
                    </a:p>
                  </a:txBody>
                  <a:tcPr/>
                </a:tc>
                <a:extLst>
                  <a:ext uri="{0D108BD9-81ED-4DB2-BD59-A6C34878D82A}">
                    <a16:rowId xmlns:a16="http://schemas.microsoft.com/office/drawing/2014/main" val="2017385883"/>
                  </a:ext>
                </a:extLst>
              </a:tr>
              <a:tr h="372626">
                <a:tc>
                  <a:txBody>
                    <a:bodyPr/>
                    <a:lstStyle/>
                    <a:p>
                      <a:r>
                        <a:rPr lang="az-Latn-AZ" dirty="0" smtClean="0"/>
                        <a:t>10-20</a:t>
                      </a:r>
                      <a:endParaRPr lang="en-US" dirty="0"/>
                    </a:p>
                  </a:txBody>
                  <a:tcPr/>
                </a:tc>
                <a:tc>
                  <a:txBody>
                    <a:bodyPr/>
                    <a:lstStyle/>
                    <a:p>
                      <a:r>
                        <a:rPr lang="az-Latn-AZ" dirty="0" smtClean="0"/>
                        <a:t>18</a:t>
                      </a:r>
                      <a:endParaRPr lang="en-US" dirty="0"/>
                    </a:p>
                  </a:txBody>
                  <a:tcPr/>
                </a:tc>
                <a:tc>
                  <a:txBody>
                    <a:bodyPr/>
                    <a:lstStyle/>
                    <a:p>
                      <a:r>
                        <a:rPr lang="az-Latn-AZ" dirty="0" smtClean="0"/>
                        <a:t>0-10</a:t>
                      </a:r>
                      <a:endParaRPr lang="en-US" dirty="0"/>
                    </a:p>
                  </a:txBody>
                  <a:tcPr/>
                </a:tc>
                <a:tc>
                  <a:txBody>
                    <a:bodyPr/>
                    <a:lstStyle/>
                    <a:p>
                      <a:r>
                        <a:rPr lang="az-Latn-AZ" dirty="0" smtClean="0"/>
                        <a:t>66</a:t>
                      </a:r>
                      <a:endParaRPr lang="en-US" dirty="0"/>
                    </a:p>
                  </a:txBody>
                  <a:tcPr/>
                </a:tc>
                <a:extLst>
                  <a:ext uri="{0D108BD9-81ED-4DB2-BD59-A6C34878D82A}">
                    <a16:rowId xmlns:a16="http://schemas.microsoft.com/office/drawing/2014/main" val="2040831389"/>
                  </a:ext>
                </a:extLst>
              </a:tr>
              <a:tr h="372626">
                <a:tc>
                  <a:txBody>
                    <a:bodyPr/>
                    <a:lstStyle/>
                    <a:p>
                      <a:r>
                        <a:rPr lang="az-Latn-AZ" dirty="0" smtClean="0"/>
                        <a:t>20-30</a:t>
                      </a:r>
                      <a:endParaRPr lang="en-US" dirty="0"/>
                    </a:p>
                  </a:txBody>
                  <a:tcPr/>
                </a:tc>
                <a:tc>
                  <a:txBody>
                    <a:bodyPr/>
                    <a:lstStyle/>
                    <a:p>
                      <a:r>
                        <a:rPr lang="az-Latn-AZ" dirty="0" smtClean="0"/>
                        <a:t>58</a:t>
                      </a:r>
                      <a:endParaRPr lang="en-US" dirty="0"/>
                    </a:p>
                  </a:txBody>
                  <a:tcPr/>
                </a:tc>
                <a:tc>
                  <a:txBody>
                    <a:bodyPr/>
                    <a:lstStyle/>
                    <a:p>
                      <a:r>
                        <a:rPr lang="az-Latn-AZ" dirty="0" smtClean="0"/>
                        <a:t>0-20</a:t>
                      </a:r>
                      <a:endParaRPr lang="en-US" dirty="0"/>
                    </a:p>
                  </a:txBody>
                  <a:tcPr/>
                </a:tc>
                <a:tc>
                  <a:txBody>
                    <a:bodyPr/>
                    <a:lstStyle/>
                    <a:p>
                      <a:r>
                        <a:rPr lang="az-Latn-AZ" dirty="0" smtClean="0"/>
                        <a:t>78</a:t>
                      </a:r>
                      <a:endParaRPr lang="en-US" dirty="0"/>
                    </a:p>
                  </a:txBody>
                  <a:tcPr/>
                </a:tc>
                <a:extLst>
                  <a:ext uri="{0D108BD9-81ED-4DB2-BD59-A6C34878D82A}">
                    <a16:rowId xmlns:a16="http://schemas.microsoft.com/office/drawing/2014/main" val="2647157272"/>
                  </a:ext>
                </a:extLst>
              </a:tr>
              <a:tr h="372626">
                <a:tc>
                  <a:txBody>
                    <a:bodyPr/>
                    <a:lstStyle/>
                    <a:p>
                      <a:r>
                        <a:rPr lang="az-Latn-AZ" dirty="0" smtClean="0"/>
                        <a:t>30-40</a:t>
                      </a:r>
                      <a:endParaRPr lang="en-US" dirty="0"/>
                    </a:p>
                  </a:txBody>
                  <a:tcPr/>
                </a:tc>
                <a:tc>
                  <a:txBody>
                    <a:bodyPr/>
                    <a:lstStyle/>
                    <a:p>
                      <a:r>
                        <a:rPr lang="az-Latn-AZ" dirty="0" smtClean="0"/>
                        <a:t>68</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60930993"/>
                  </a:ext>
                </a:extLst>
              </a:tr>
            </a:tbl>
          </a:graphicData>
        </a:graphic>
      </p:graphicFrame>
    </p:spTree>
    <p:extLst>
      <p:ext uri="{BB962C8B-B14F-4D97-AF65-F5344CB8AC3E}">
        <p14:creationId xmlns:p14="http://schemas.microsoft.com/office/powerpoint/2010/main" val="2137758074"/>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z-Latn-AZ" dirty="0" smtClean="0">
                <a:solidFill>
                  <a:srgbClr val="FF0000"/>
                </a:solidFill>
              </a:rPr>
              <a:t>Məktəbəhazırlıq qrupları üzrə işin təşkili</a:t>
            </a:r>
            <a:endParaRPr lang="en-US" dirty="0">
              <a:solidFill>
                <a:srgbClr val="FF0000"/>
              </a:solidFill>
            </a:endParaRPr>
          </a:p>
        </p:txBody>
      </p:sp>
      <p:sp>
        <p:nvSpPr>
          <p:cNvPr id="5" name="Content Placeholder 4"/>
          <p:cNvSpPr>
            <a:spLocks noGrp="1"/>
          </p:cNvSpPr>
          <p:nvPr>
            <p:ph idx="1"/>
          </p:nvPr>
        </p:nvSpPr>
        <p:spPr/>
        <p:txBody>
          <a:bodyPr/>
          <a:lstStyle/>
          <a:p>
            <a:r>
              <a:rPr lang="en-US" dirty="0"/>
              <a:t>ARTN-</a:t>
            </a:r>
            <a:r>
              <a:rPr lang="en-US" dirty="0" err="1"/>
              <a:t>nin</a:t>
            </a:r>
            <a:r>
              <a:rPr lang="en-US" dirty="0"/>
              <a:t> </a:t>
            </a:r>
            <a:r>
              <a:rPr lang="en-US" dirty="0" smtClean="0"/>
              <a:t>31.08.2020-ci </a:t>
            </a:r>
            <a:r>
              <a:rPr lang="en-US" dirty="0" err="1"/>
              <a:t>il</a:t>
            </a:r>
            <a:r>
              <a:rPr lang="en-US" dirty="0"/>
              <a:t> </a:t>
            </a:r>
            <a:r>
              <a:rPr lang="en-US" dirty="0" err="1"/>
              <a:t>tarixli</a:t>
            </a:r>
            <a:r>
              <a:rPr lang="en-US" dirty="0"/>
              <a:t>, F-389 </a:t>
            </a:r>
            <a:r>
              <a:rPr lang="en-US" dirty="0" err="1"/>
              <a:t>nömrəli</a:t>
            </a:r>
            <a:r>
              <a:rPr lang="en-US" dirty="0"/>
              <a:t> </a:t>
            </a:r>
            <a:r>
              <a:rPr lang="en-US" dirty="0" err="1"/>
              <a:t>əmrinə</a:t>
            </a:r>
            <a:r>
              <a:rPr lang="en-US" dirty="0"/>
              <a:t> </a:t>
            </a:r>
            <a:r>
              <a:rPr lang="en-US" dirty="0" err="1"/>
              <a:t>əsasən</a:t>
            </a:r>
            <a:r>
              <a:rPr lang="en-US" dirty="0"/>
              <a:t> </a:t>
            </a:r>
            <a:r>
              <a:rPr lang="en-US" dirty="0" err="1"/>
              <a:t>məktəbəhazırlıq</a:t>
            </a:r>
            <a:r>
              <a:rPr lang="en-US" dirty="0"/>
              <a:t> </a:t>
            </a:r>
            <a:r>
              <a:rPr lang="en-US" dirty="0" err="1"/>
              <a:t>qrupları</a:t>
            </a:r>
            <a:r>
              <a:rPr lang="en-US" dirty="0"/>
              <a:t> </a:t>
            </a:r>
            <a:r>
              <a:rPr lang="en-US" dirty="0" err="1"/>
              <a:t>təşkil</a:t>
            </a:r>
            <a:r>
              <a:rPr lang="en-US" dirty="0"/>
              <a:t> </a:t>
            </a:r>
            <a:r>
              <a:rPr lang="en-US" dirty="0" err="1"/>
              <a:t>edilmişdir</a:t>
            </a:r>
            <a:r>
              <a:rPr lang="en-US" dirty="0"/>
              <a:t>. </a:t>
            </a:r>
            <a:r>
              <a:rPr lang="en-US" dirty="0" err="1" smtClean="0"/>
              <a:t>Məktəbəhazırlıq</a:t>
            </a:r>
            <a:r>
              <a:rPr lang="en-US" dirty="0" smtClean="0"/>
              <a:t> </a:t>
            </a:r>
            <a:r>
              <a:rPr lang="en-US" dirty="0" err="1"/>
              <a:t>qruplarında</a:t>
            </a:r>
            <a:r>
              <a:rPr lang="en-US" dirty="0"/>
              <a:t> </a:t>
            </a:r>
            <a:r>
              <a:rPr lang="en-US" dirty="0" err="1" smtClean="0"/>
              <a:t>tədris</a:t>
            </a:r>
            <a:r>
              <a:rPr lang="en-US" dirty="0" smtClean="0"/>
              <a:t> </a:t>
            </a:r>
            <a:r>
              <a:rPr lang="az-Latn-AZ" dirty="0" smtClean="0"/>
              <a:t>0</a:t>
            </a:r>
            <a:r>
              <a:rPr lang="en-US" dirty="0" smtClean="0"/>
              <a:t>1.10.2020-ci </a:t>
            </a:r>
            <a:r>
              <a:rPr lang="en-US" dirty="0" err="1"/>
              <a:t>il</a:t>
            </a:r>
            <a:r>
              <a:rPr lang="en-US" dirty="0"/>
              <a:t> </a:t>
            </a:r>
            <a:r>
              <a:rPr lang="en-US" dirty="0" err="1" smtClean="0"/>
              <a:t>tarix</a:t>
            </a:r>
            <a:r>
              <a:rPr lang="az-Latn-AZ" dirty="0" smtClean="0"/>
              <a:t>in</a:t>
            </a:r>
            <a:r>
              <a:rPr lang="en-US" dirty="0" err="1" smtClean="0"/>
              <a:t>də</a:t>
            </a:r>
            <a:r>
              <a:rPr lang="en-US" dirty="0" smtClean="0"/>
              <a:t> </a:t>
            </a:r>
            <a:r>
              <a:rPr lang="en-US" dirty="0" err="1" smtClean="0"/>
              <a:t>başlayıb</a:t>
            </a:r>
            <a:r>
              <a:rPr lang="az-Latn-AZ" dirty="0"/>
              <a:t>.</a:t>
            </a:r>
            <a:r>
              <a:rPr lang="en-US" dirty="0" smtClean="0"/>
              <a:t> </a:t>
            </a:r>
            <a:r>
              <a:rPr lang="en-US" dirty="0"/>
              <a:t>31.05.2021-ci </a:t>
            </a:r>
            <a:r>
              <a:rPr lang="en-US" dirty="0" err="1"/>
              <a:t>il</a:t>
            </a:r>
            <a:r>
              <a:rPr lang="en-US" dirty="0"/>
              <a:t> </a:t>
            </a:r>
            <a:r>
              <a:rPr lang="en-US" dirty="0" err="1" smtClean="0"/>
              <a:t>tarix</a:t>
            </a:r>
            <a:r>
              <a:rPr lang="az-Latn-AZ" dirty="0" smtClean="0"/>
              <a:t>in</a:t>
            </a:r>
            <a:r>
              <a:rPr lang="en-US" dirty="0" err="1" smtClean="0"/>
              <a:t>də</a:t>
            </a:r>
            <a:r>
              <a:rPr lang="en-US" dirty="0" smtClean="0"/>
              <a:t> </a:t>
            </a:r>
            <a:r>
              <a:rPr lang="en-US" dirty="0" err="1"/>
              <a:t>bitməsi</a:t>
            </a:r>
            <a:r>
              <a:rPr lang="en-US" dirty="0"/>
              <a:t> </a:t>
            </a:r>
            <a:r>
              <a:rPr lang="en-US" dirty="0" err="1"/>
              <a:t>nəzərdə</a:t>
            </a:r>
            <a:r>
              <a:rPr lang="en-US" dirty="0"/>
              <a:t> </a:t>
            </a:r>
            <a:r>
              <a:rPr lang="en-US" dirty="0" err="1" smtClean="0"/>
              <a:t>tutulmuşdur</a:t>
            </a:r>
            <a:r>
              <a:rPr lang="az-Latn-AZ" dirty="0" smtClean="0"/>
              <a:t>.</a:t>
            </a:r>
            <a:r>
              <a:rPr lang="en-US" dirty="0"/>
              <a:t> </a:t>
            </a:r>
            <a:r>
              <a:rPr lang="en-US" dirty="0" err="1"/>
              <a:t>Məktəbəhazırlıq</a:t>
            </a:r>
            <a:r>
              <a:rPr lang="en-US" dirty="0"/>
              <a:t> </a:t>
            </a:r>
            <a:r>
              <a:rPr lang="en-US" dirty="0" err="1" smtClean="0"/>
              <a:t>qruplarına</a:t>
            </a:r>
            <a:r>
              <a:rPr lang="en-US" dirty="0" smtClean="0"/>
              <a:t> </a:t>
            </a:r>
            <a:r>
              <a:rPr lang="en-US" dirty="0"/>
              <a:t>4 </a:t>
            </a:r>
            <a:r>
              <a:rPr lang="en-US" dirty="0" err="1"/>
              <a:t>sinifdə</a:t>
            </a:r>
            <a:r>
              <a:rPr lang="en-US" dirty="0"/>
              <a:t> </a:t>
            </a:r>
            <a:r>
              <a:rPr lang="en-US" dirty="0" err="1"/>
              <a:t>cəmi</a:t>
            </a:r>
            <a:r>
              <a:rPr lang="en-US" dirty="0"/>
              <a:t> </a:t>
            </a:r>
            <a:r>
              <a:rPr lang="en-US" dirty="0" smtClean="0"/>
              <a:t>7</a:t>
            </a:r>
            <a:r>
              <a:rPr lang="az-Latn-AZ" dirty="0"/>
              <a:t>6</a:t>
            </a:r>
            <a:r>
              <a:rPr lang="en-US" dirty="0" smtClean="0"/>
              <a:t> </a:t>
            </a:r>
            <a:r>
              <a:rPr lang="en-US" dirty="0" err="1"/>
              <a:t>şagird</a:t>
            </a:r>
            <a:r>
              <a:rPr lang="en-US" dirty="0"/>
              <a:t> </a:t>
            </a:r>
            <a:r>
              <a:rPr lang="en-US" dirty="0" err="1"/>
              <a:t>cəlb</a:t>
            </a:r>
            <a:r>
              <a:rPr lang="en-US" dirty="0"/>
              <a:t> </a:t>
            </a:r>
            <a:r>
              <a:rPr lang="en-US" dirty="0" err="1"/>
              <a:t>olunmuşdur</a:t>
            </a:r>
            <a:r>
              <a:rPr lang="en-US" dirty="0"/>
              <a:t>. </a:t>
            </a:r>
          </a:p>
        </p:txBody>
      </p:sp>
      <p:graphicFrame>
        <p:nvGraphicFramePr>
          <p:cNvPr id="6" name="Table 5"/>
          <p:cNvGraphicFramePr>
            <a:graphicFrameLocks noGrp="1"/>
          </p:cNvGraphicFramePr>
          <p:nvPr>
            <p:extLst>
              <p:ext uri="{D42A27DB-BD31-4B8C-83A1-F6EECF244321}">
                <p14:modId xmlns:p14="http://schemas.microsoft.com/office/powerpoint/2010/main" val="2545629075"/>
              </p:ext>
            </p:extLst>
          </p:nvPr>
        </p:nvGraphicFramePr>
        <p:xfrm>
          <a:off x="873277" y="3801291"/>
          <a:ext cx="7951278" cy="2371505"/>
        </p:xfrm>
        <a:graphic>
          <a:graphicData uri="http://schemas.openxmlformats.org/drawingml/2006/table">
            <a:tbl>
              <a:tblPr firstRow="1" bandRow="1">
                <a:tableStyleId>{5C22544A-7EE6-4342-B048-85BDC9FD1C3A}</a:tableStyleId>
              </a:tblPr>
              <a:tblGrid>
                <a:gridCol w="3975639">
                  <a:extLst>
                    <a:ext uri="{9D8B030D-6E8A-4147-A177-3AD203B41FA5}">
                      <a16:colId xmlns:a16="http://schemas.microsoft.com/office/drawing/2014/main" val="2710386770"/>
                    </a:ext>
                  </a:extLst>
                </a:gridCol>
                <a:gridCol w="3975639">
                  <a:extLst>
                    <a:ext uri="{9D8B030D-6E8A-4147-A177-3AD203B41FA5}">
                      <a16:colId xmlns:a16="http://schemas.microsoft.com/office/drawing/2014/main" val="3116245237"/>
                    </a:ext>
                  </a:extLst>
                </a:gridCol>
              </a:tblGrid>
              <a:tr h="474301">
                <a:tc>
                  <a:txBody>
                    <a:bodyPr/>
                    <a:lstStyle/>
                    <a:p>
                      <a:r>
                        <a:rPr lang="az-Latn-AZ" dirty="0" smtClean="0"/>
                        <a:t>Məktəbəhazırlıq qrupları</a:t>
                      </a:r>
                      <a:endParaRPr lang="en-US" dirty="0"/>
                    </a:p>
                  </a:txBody>
                  <a:tcPr/>
                </a:tc>
                <a:tc>
                  <a:txBody>
                    <a:bodyPr/>
                    <a:lstStyle/>
                    <a:p>
                      <a:r>
                        <a:rPr lang="az-Latn-AZ" dirty="0" smtClean="0"/>
                        <a:t>Şagird sayı</a:t>
                      </a:r>
                      <a:endParaRPr lang="en-US" dirty="0"/>
                    </a:p>
                  </a:txBody>
                  <a:tcPr/>
                </a:tc>
                <a:extLst>
                  <a:ext uri="{0D108BD9-81ED-4DB2-BD59-A6C34878D82A}">
                    <a16:rowId xmlns:a16="http://schemas.microsoft.com/office/drawing/2014/main" val="1409527565"/>
                  </a:ext>
                </a:extLst>
              </a:tr>
              <a:tr h="474301">
                <a:tc>
                  <a:txBody>
                    <a:bodyPr/>
                    <a:lstStyle/>
                    <a:p>
                      <a:r>
                        <a:rPr lang="az-Latn-AZ" dirty="0" smtClean="0"/>
                        <a:t>0 A</a:t>
                      </a:r>
                      <a:endParaRPr lang="en-US" dirty="0"/>
                    </a:p>
                  </a:txBody>
                  <a:tcPr/>
                </a:tc>
                <a:tc>
                  <a:txBody>
                    <a:bodyPr/>
                    <a:lstStyle/>
                    <a:p>
                      <a:r>
                        <a:rPr lang="az-Latn-AZ" dirty="0" smtClean="0"/>
                        <a:t>16</a:t>
                      </a:r>
                      <a:endParaRPr lang="en-US" dirty="0"/>
                    </a:p>
                  </a:txBody>
                  <a:tcPr/>
                </a:tc>
                <a:extLst>
                  <a:ext uri="{0D108BD9-81ED-4DB2-BD59-A6C34878D82A}">
                    <a16:rowId xmlns:a16="http://schemas.microsoft.com/office/drawing/2014/main" val="1045504805"/>
                  </a:ext>
                </a:extLst>
              </a:tr>
              <a:tr h="474301">
                <a:tc>
                  <a:txBody>
                    <a:bodyPr/>
                    <a:lstStyle/>
                    <a:p>
                      <a:r>
                        <a:rPr lang="az-Latn-AZ" dirty="0" smtClean="0"/>
                        <a:t>0 B</a:t>
                      </a:r>
                      <a:endParaRPr lang="en-US" dirty="0"/>
                    </a:p>
                  </a:txBody>
                  <a:tcPr/>
                </a:tc>
                <a:tc>
                  <a:txBody>
                    <a:bodyPr/>
                    <a:lstStyle/>
                    <a:p>
                      <a:r>
                        <a:rPr lang="az-Latn-AZ" dirty="0" smtClean="0"/>
                        <a:t>15</a:t>
                      </a:r>
                      <a:endParaRPr lang="en-US" dirty="0"/>
                    </a:p>
                  </a:txBody>
                  <a:tcPr/>
                </a:tc>
                <a:extLst>
                  <a:ext uri="{0D108BD9-81ED-4DB2-BD59-A6C34878D82A}">
                    <a16:rowId xmlns:a16="http://schemas.microsoft.com/office/drawing/2014/main" val="4087006408"/>
                  </a:ext>
                </a:extLst>
              </a:tr>
              <a:tr h="474301">
                <a:tc>
                  <a:txBody>
                    <a:bodyPr/>
                    <a:lstStyle/>
                    <a:p>
                      <a:r>
                        <a:rPr lang="az-Latn-AZ" dirty="0" smtClean="0"/>
                        <a:t>0 C</a:t>
                      </a:r>
                      <a:endParaRPr lang="en-US" dirty="0"/>
                    </a:p>
                  </a:txBody>
                  <a:tcPr/>
                </a:tc>
                <a:tc>
                  <a:txBody>
                    <a:bodyPr/>
                    <a:lstStyle/>
                    <a:p>
                      <a:r>
                        <a:rPr lang="az-Latn-AZ" dirty="0" smtClean="0"/>
                        <a:t>16</a:t>
                      </a:r>
                      <a:endParaRPr lang="en-US" dirty="0"/>
                    </a:p>
                  </a:txBody>
                  <a:tcPr/>
                </a:tc>
                <a:extLst>
                  <a:ext uri="{0D108BD9-81ED-4DB2-BD59-A6C34878D82A}">
                    <a16:rowId xmlns:a16="http://schemas.microsoft.com/office/drawing/2014/main" val="1685425247"/>
                  </a:ext>
                </a:extLst>
              </a:tr>
              <a:tr h="474301">
                <a:tc>
                  <a:txBody>
                    <a:bodyPr/>
                    <a:lstStyle/>
                    <a:p>
                      <a:r>
                        <a:rPr lang="az-Latn-AZ" dirty="0" smtClean="0"/>
                        <a:t>0 Ç</a:t>
                      </a:r>
                      <a:endParaRPr lang="en-US" dirty="0"/>
                    </a:p>
                  </a:txBody>
                  <a:tcPr/>
                </a:tc>
                <a:tc>
                  <a:txBody>
                    <a:bodyPr/>
                    <a:lstStyle/>
                    <a:p>
                      <a:r>
                        <a:rPr lang="az-Latn-AZ" dirty="0" smtClean="0"/>
                        <a:t>29</a:t>
                      </a:r>
                      <a:endParaRPr lang="en-US" dirty="0"/>
                    </a:p>
                  </a:txBody>
                  <a:tcPr/>
                </a:tc>
                <a:extLst>
                  <a:ext uri="{0D108BD9-81ED-4DB2-BD59-A6C34878D82A}">
                    <a16:rowId xmlns:a16="http://schemas.microsoft.com/office/drawing/2014/main" val="24678515"/>
                  </a:ext>
                </a:extLst>
              </a:tr>
            </a:tbl>
          </a:graphicData>
        </a:graphic>
      </p:graphicFrame>
    </p:spTree>
    <p:extLst>
      <p:ext uri="{BB962C8B-B14F-4D97-AF65-F5344CB8AC3E}">
        <p14:creationId xmlns:p14="http://schemas.microsoft.com/office/powerpoint/2010/main" val="165299080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283" y="680945"/>
            <a:ext cx="10267726" cy="1382987"/>
          </a:xfrm>
        </p:spPr>
        <p:txBody>
          <a:bodyPr>
            <a:noAutofit/>
          </a:bodyPr>
          <a:lstStyle/>
          <a:p>
            <a:r>
              <a:rPr lang="az-Latn-AZ" sz="2400" b="1" dirty="0" smtClean="0">
                <a:solidFill>
                  <a:srgbClr val="FF0000"/>
                </a:solidFill>
              </a:rPr>
              <a:t>İbtidai siniflər üzrə </a:t>
            </a:r>
            <a:r>
              <a:rPr lang="az-Latn-AZ" sz="2400" b="1" dirty="0">
                <a:solidFill>
                  <a:srgbClr val="FF0000"/>
                </a:solidFill>
              </a:rPr>
              <a:t>Ümumtəhsil dövlət standartları sənədində ibtidai sinif səviyyəsində şagirdlərin  təlim nəticələrinə uyğunluğunun </a:t>
            </a:r>
            <a:r>
              <a:rPr lang="az-Latn-AZ" sz="2400" b="1" dirty="0" smtClean="0">
                <a:solidFill>
                  <a:srgbClr val="FF0000"/>
                </a:solidFill>
              </a:rPr>
              <a:t>təhlili.</a:t>
            </a:r>
            <a:br>
              <a:rPr lang="az-Latn-AZ" sz="2400" b="1" dirty="0" smtClean="0">
                <a:solidFill>
                  <a:srgbClr val="FF0000"/>
                </a:solidFill>
              </a:rPr>
            </a:br>
            <a:r>
              <a:rPr lang="az-Latn-AZ" sz="2400" b="1" dirty="0" smtClean="0">
                <a:solidFill>
                  <a:srgbClr val="FF0000"/>
                </a:solidFill>
              </a:rPr>
              <a:t>Şagirdlərin </a:t>
            </a:r>
            <a:r>
              <a:rPr lang="az-Latn-AZ" sz="2400" b="1" dirty="0">
                <a:solidFill>
                  <a:srgbClr val="FF0000"/>
                </a:solidFill>
              </a:rPr>
              <a:t>təlim nəticələrinin statistik göstəriciləri</a:t>
            </a:r>
            <a:endParaRPr lang="en-US" sz="2400" b="1" dirty="0">
              <a:solidFill>
                <a:srgbClr val="FF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845419153"/>
              </p:ext>
            </p:extLst>
          </p:nvPr>
        </p:nvGraphicFramePr>
        <p:xfrm>
          <a:off x="310283" y="2338251"/>
          <a:ext cx="10479638" cy="3473208"/>
        </p:xfrm>
        <a:graphic>
          <a:graphicData uri="http://schemas.openxmlformats.org/drawingml/2006/table">
            <a:tbl>
              <a:tblPr firstRow="1" bandRow="1">
                <a:tableStyleId>{5C22544A-7EE6-4342-B048-85BDC9FD1C3A}</a:tableStyleId>
              </a:tblPr>
              <a:tblGrid>
                <a:gridCol w="2576609">
                  <a:extLst>
                    <a:ext uri="{9D8B030D-6E8A-4147-A177-3AD203B41FA5}">
                      <a16:colId xmlns:a16="http://schemas.microsoft.com/office/drawing/2014/main" val="4026418370"/>
                    </a:ext>
                  </a:extLst>
                </a:gridCol>
                <a:gridCol w="2677886">
                  <a:extLst>
                    <a:ext uri="{9D8B030D-6E8A-4147-A177-3AD203B41FA5}">
                      <a16:colId xmlns:a16="http://schemas.microsoft.com/office/drawing/2014/main" val="2762455456"/>
                    </a:ext>
                  </a:extLst>
                </a:gridCol>
                <a:gridCol w="2612571">
                  <a:extLst>
                    <a:ext uri="{9D8B030D-6E8A-4147-A177-3AD203B41FA5}">
                      <a16:colId xmlns:a16="http://schemas.microsoft.com/office/drawing/2014/main" val="1914882587"/>
                    </a:ext>
                  </a:extLst>
                </a:gridCol>
                <a:gridCol w="2612572">
                  <a:extLst>
                    <a:ext uri="{9D8B030D-6E8A-4147-A177-3AD203B41FA5}">
                      <a16:colId xmlns:a16="http://schemas.microsoft.com/office/drawing/2014/main" val="667585157"/>
                    </a:ext>
                  </a:extLst>
                </a:gridCol>
              </a:tblGrid>
              <a:tr h="868302">
                <a:tc>
                  <a:txBody>
                    <a:bodyPr/>
                    <a:lstStyle/>
                    <a:p>
                      <a:pPr algn="ctr"/>
                      <a:r>
                        <a:rPr lang="az-Latn-AZ" dirty="0" smtClean="0"/>
                        <a:t>Fənlər üzrə keyfiyyət faizi</a:t>
                      </a:r>
                      <a:endParaRPr lang="en-US" dirty="0"/>
                    </a:p>
                  </a:txBody>
                  <a:tcPr/>
                </a:tc>
                <a:tc>
                  <a:txBody>
                    <a:bodyPr/>
                    <a:lstStyle/>
                    <a:p>
                      <a:pPr algn="ctr"/>
                      <a:r>
                        <a:rPr lang="az-Latn-AZ" dirty="0" smtClean="0"/>
                        <a:t>II siniflər</a:t>
                      </a:r>
                      <a:endParaRPr lang="en-US" dirty="0"/>
                    </a:p>
                  </a:txBody>
                  <a:tcPr/>
                </a:tc>
                <a:tc>
                  <a:txBody>
                    <a:bodyPr/>
                    <a:lstStyle/>
                    <a:p>
                      <a:pPr algn="ctr"/>
                      <a:r>
                        <a:rPr lang="az-Latn-AZ" dirty="0" smtClean="0"/>
                        <a:t>III siniflər</a:t>
                      </a:r>
                      <a:endParaRPr lang="en-US" dirty="0"/>
                    </a:p>
                  </a:txBody>
                  <a:tcPr/>
                </a:tc>
                <a:tc>
                  <a:txBody>
                    <a:bodyPr/>
                    <a:lstStyle/>
                    <a:p>
                      <a:pPr algn="ctr"/>
                      <a:r>
                        <a:rPr lang="az-Latn-AZ" dirty="0" smtClean="0"/>
                        <a:t>IV siniflər</a:t>
                      </a:r>
                      <a:endParaRPr lang="en-US" dirty="0"/>
                    </a:p>
                  </a:txBody>
                  <a:tcPr/>
                </a:tc>
                <a:extLst>
                  <a:ext uri="{0D108BD9-81ED-4DB2-BD59-A6C34878D82A}">
                    <a16:rowId xmlns:a16="http://schemas.microsoft.com/office/drawing/2014/main" val="2780619781"/>
                  </a:ext>
                </a:extLst>
              </a:tr>
              <a:tr h="868302">
                <a:tc>
                  <a:txBody>
                    <a:bodyPr/>
                    <a:lstStyle/>
                    <a:p>
                      <a:pPr algn="ctr"/>
                      <a:r>
                        <a:rPr lang="az-Latn-AZ" dirty="0" smtClean="0"/>
                        <a:t>Azərbaycan</a:t>
                      </a:r>
                      <a:r>
                        <a:rPr lang="az-Latn-AZ" baseline="0" dirty="0" smtClean="0"/>
                        <a:t> dili</a:t>
                      </a:r>
                      <a:endParaRPr lang="en-US" dirty="0"/>
                    </a:p>
                  </a:txBody>
                  <a:tcPr/>
                </a:tc>
                <a:tc>
                  <a:txBody>
                    <a:bodyPr/>
                    <a:lstStyle/>
                    <a:p>
                      <a:pPr algn="ctr"/>
                      <a:r>
                        <a:rPr lang="az-Latn-AZ" dirty="0" smtClean="0"/>
                        <a:t>78%</a:t>
                      </a:r>
                      <a:endParaRPr lang="en-US" dirty="0"/>
                    </a:p>
                  </a:txBody>
                  <a:tcPr/>
                </a:tc>
                <a:tc>
                  <a:txBody>
                    <a:bodyPr/>
                    <a:lstStyle/>
                    <a:p>
                      <a:pPr algn="ctr"/>
                      <a:r>
                        <a:rPr lang="az-Latn-AZ" dirty="0" smtClean="0"/>
                        <a:t>86%</a:t>
                      </a:r>
                      <a:endParaRPr lang="en-US" dirty="0"/>
                    </a:p>
                  </a:txBody>
                  <a:tcPr/>
                </a:tc>
                <a:tc>
                  <a:txBody>
                    <a:bodyPr/>
                    <a:lstStyle/>
                    <a:p>
                      <a:pPr algn="ctr"/>
                      <a:r>
                        <a:rPr lang="az-Latn-AZ" dirty="0" smtClean="0"/>
                        <a:t>64%</a:t>
                      </a:r>
                      <a:endParaRPr lang="en-US" dirty="0"/>
                    </a:p>
                  </a:txBody>
                  <a:tcPr/>
                </a:tc>
                <a:extLst>
                  <a:ext uri="{0D108BD9-81ED-4DB2-BD59-A6C34878D82A}">
                    <a16:rowId xmlns:a16="http://schemas.microsoft.com/office/drawing/2014/main" val="568598897"/>
                  </a:ext>
                </a:extLst>
              </a:tr>
              <a:tr h="868302">
                <a:tc>
                  <a:txBody>
                    <a:bodyPr/>
                    <a:lstStyle/>
                    <a:p>
                      <a:pPr algn="ctr"/>
                      <a:r>
                        <a:rPr lang="az-Latn-AZ" dirty="0" smtClean="0"/>
                        <a:t>Riyaziyyat </a:t>
                      </a:r>
                      <a:endParaRPr lang="en-US" dirty="0"/>
                    </a:p>
                  </a:txBody>
                  <a:tcPr/>
                </a:tc>
                <a:tc>
                  <a:txBody>
                    <a:bodyPr/>
                    <a:lstStyle/>
                    <a:p>
                      <a:pPr algn="ctr"/>
                      <a:r>
                        <a:rPr lang="az-Latn-AZ" dirty="0" smtClean="0"/>
                        <a:t>70%</a:t>
                      </a:r>
                      <a:endParaRPr lang="en-US" dirty="0"/>
                    </a:p>
                  </a:txBody>
                  <a:tcPr/>
                </a:tc>
                <a:tc>
                  <a:txBody>
                    <a:bodyPr/>
                    <a:lstStyle/>
                    <a:p>
                      <a:pPr algn="ctr"/>
                      <a:r>
                        <a:rPr lang="az-Latn-AZ" dirty="0" smtClean="0"/>
                        <a:t>67%</a:t>
                      </a:r>
                      <a:endParaRPr lang="en-US" dirty="0"/>
                    </a:p>
                  </a:txBody>
                  <a:tcPr/>
                </a:tc>
                <a:tc>
                  <a:txBody>
                    <a:bodyPr/>
                    <a:lstStyle/>
                    <a:p>
                      <a:pPr algn="ctr"/>
                      <a:r>
                        <a:rPr lang="az-Latn-AZ" dirty="0" smtClean="0"/>
                        <a:t>55%</a:t>
                      </a:r>
                      <a:endParaRPr lang="en-US" dirty="0"/>
                    </a:p>
                  </a:txBody>
                  <a:tcPr/>
                </a:tc>
                <a:extLst>
                  <a:ext uri="{0D108BD9-81ED-4DB2-BD59-A6C34878D82A}">
                    <a16:rowId xmlns:a16="http://schemas.microsoft.com/office/drawing/2014/main" val="404301277"/>
                  </a:ext>
                </a:extLst>
              </a:tr>
              <a:tr h="868302">
                <a:tc>
                  <a:txBody>
                    <a:bodyPr/>
                    <a:lstStyle/>
                    <a:p>
                      <a:pPr algn="ctr"/>
                      <a:r>
                        <a:rPr lang="az-Latn-AZ" dirty="0" smtClean="0"/>
                        <a:t>Xarici</a:t>
                      </a:r>
                      <a:r>
                        <a:rPr lang="az-Latn-AZ" baseline="0" dirty="0" smtClean="0"/>
                        <a:t> dil</a:t>
                      </a:r>
                      <a:endParaRPr lang="en-US" dirty="0"/>
                    </a:p>
                  </a:txBody>
                  <a:tcPr/>
                </a:tc>
                <a:tc>
                  <a:txBody>
                    <a:bodyPr/>
                    <a:lstStyle/>
                    <a:p>
                      <a:pPr algn="ctr"/>
                      <a:r>
                        <a:rPr lang="az-Latn-AZ" dirty="0" smtClean="0"/>
                        <a:t>66%</a:t>
                      </a:r>
                      <a:endParaRPr lang="en-US" dirty="0"/>
                    </a:p>
                  </a:txBody>
                  <a:tcPr/>
                </a:tc>
                <a:tc>
                  <a:txBody>
                    <a:bodyPr/>
                    <a:lstStyle/>
                    <a:p>
                      <a:pPr algn="ctr"/>
                      <a:r>
                        <a:rPr lang="az-Latn-AZ" dirty="0" smtClean="0"/>
                        <a:t>57%</a:t>
                      </a:r>
                      <a:endParaRPr lang="en-US" dirty="0"/>
                    </a:p>
                  </a:txBody>
                  <a:tcPr/>
                </a:tc>
                <a:tc>
                  <a:txBody>
                    <a:bodyPr/>
                    <a:lstStyle/>
                    <a:p>
                      <a:pPr algn="ctr"/>
                      <a:r>
                        <a:rPr lang="az-Latn-AZ" dirty="0" smtClean="0"/>
                        <a:t>49%</a:t>
                      </a:r>
                      <a:endParaRPr lang="en-US" dirty="0"/>
                    </a:p>
                  </a:txBody>
                  <a:tcPr/>
                </a:tc>
                <a:extLst>
                  <a:ext uri="{0D108BD9-81ED-4DB2-BD59-A6C34878D82A}">
                    <a16:rowId xmlns:a16="http://schemas.microsoft.com/office/drawing/2014/main" val="447125646"/>
                  </a:ext>
                </a:extLst>
              </a:tr>
            </a:tbl>
          </a:graphicData>
        </a:graphic>
      </p:graphicFrame>
    </p:spTree>
    <p:extLst>
      <p:ext uri="{BB962C8B-B14F-4D97-AF65-F5344CB8AC3E}">
        <p14:creationId xmlns:p14="http://schemas.microsoft.com/office/powerpoint/2010/main" val="231098512"/>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97634382"/>
              </p:ext>
            </p:extLst>
          </p:nvPr>
        </p:nvGraphicFramePr>
        <p:xfrm>
          <a:off x="274320" y="1306286"/>
          <a:ext cx="4023361" cy="4088673"/>
        </p:xfrm>
        <a:graphic>
          <a:graphicData uri="http://schemas.openxmlformats.org/drawingml/2006/table">
            <a:tbl>
              <a:tblPr>
                <a:tableStyleId>{5C22544A-7EE6-4342-B048-85BDC9FD1C3A}</a:tableStyleId>
              </a:tblPr>
              <a:tblGrid>
                <a:gridCol w="1387716">
                  <a:extLst>
                    <a:ext uri="{9D8B030D-6E8A-4147-A177-3AD203B41FA5}">
                      <a16:colId xmlns:a16="http://schemas.microsoft.com/office/drawing/2014/main" val="1595599512"/>
                    </a:ext>
                  </a:extLst>
                </a:gridCol>
                <a:gridCol w="1199542">
                  <a:extLst>
                    <a:ext uri="{9D8B030D-6E8A-4147-A177-3AD203B41FA5}">
                      <a16:colId xmlns:a16="http://schemas.microsoft.com/office/drawing/2014/main" val="1001089244"/>
                    </a:ext>
                  </a:extLst>
                </a:gridCol>
                <a:gridCol w="1436103">
                  <a:extLst>
                    <a:ext uri="{9D8B030D-6E8A-4147-A177-3AD203B41FA5}">
                      <a16:colId xmlns:a16="http://schemas.microsoft.com/office/drawing/2014/main" val="439162926"/>
                    </a:ext>
                  </a:extLst>
                </a:gridCol>
              </a:tblGrid>
              <a:tr h="1362891">
                <a:tc>
                  <a:txBody>
                    <a:bodyPr/>
                    <a:lstStyle/>
                    <a:p>
                      <a:pPr algn="ctr" fontAlgn="b"/>
                      <a:r>
                        <a:rPr lang="en-US" sz="1800" u="none" strike="noStrike" dirty="0" err="1">
                          <a:effectLst/>
                        </a:rPr>
                        <a:t>orta</a:t>
                      </a:r>
                      <a:r>
                        <a:rPr lang="en-US" sz="1800" u="none" strike="noStrike" dirty="0">
                          <a:effectLst/>
                        </a:rPr>
                        <a:t> </a:t>
                      </a:r>
                      <a:r>
                        <a:rPr lang="en-US" sz="1800" u="none" strike="noStrike" dirty="0" err="1">
                          <a:effectLst/>
                        </a:rPr>
                        <a:t>bal</a:t>
                      </a:r>
                      <a:endParaRPr lang="en-US" sz="1800" b="0" i="0" u="none" strike="noStrike" dirty="0">
                        <a:solidFill>
                          <a:srgbClr val="000000"/>
                        </a:solidFill>
                        <a:effectLst/>
                        <a:latin typeface="Calibri" panose="020F0502020204030204" pitchFamily="34" charset="0"/>
                      </a:endParaRPr>
                    </a:p>
                  </a:txBody>
                  <a:tcPr marL="9525" marR="9525" marT="9525" marB="0" anchor="ctr">
                    <a:solidFill>
                      <a:schemeClr val="bg2"/>
                    </a:solidFill>
                  </a:tcPr>
                </a:tc>
                <a:tc>
                  <a:txBody>
                    <a:bodyPr/>
                    <a:lstStyle/>
                    <a:p>
                      <a:pPr algn="ctr" fontAlgn="b"/>
                      <a:r>
                        <a:rPr lang="en-US" sz="1800" u="none" strike="noStrike" dirty="0" err="1">
                          <a:effectLst/>
                        </a:rPr>
                        <a:t>Tədris</a:t>
                      </a:r>
                      <a:r>
                        <a:rPr lang="en-US" sz="1800" u="none" strike="noStrike" dirty="0">
                          <a:effectLst/>
                        </a:rPr>
                        <a:t> </a:t>
                      </a:r>
                      <a:r>
                        <a:rPr lang="en-US" sz="1800" u="none" strike="noStrike" dirty="0" err="1">
                          <a:effectLst/>
                        </a:rPr>
                        <a:t>dili</a:t>
                      </a:r>
                      <a:endParaRPr lang="en-US" sz="1800" b="0" i="0" u="none" strike="noStrike" dirty="0">
                        <a:solidFill>
                          <a:srgbClr val="000000"/>
                        </a:solidFill>
                        <a:effectLst/>
                        <a:latin typeface="Calibri" panose="020F0502020204030204" pitchFamily="34" charset="0"/>
                      </a:endParaRPr>
                    </a:p>
                  </a:txBody>
                  <a:tcPr marL="9525" marR="9525" marT="9525" marB="0" anchor="ctr">
                    <a:solidFill>
                      <a:schemeClr val="bg2"/>
                    </a:solidFill>
                  </a:tcPr>
                </a:tc>
                <a:tc>
                  <a:txBody>
                    <a:bodyPr/>
                    <a:lstStyle/>
                    <a:p>
                      <a:pPr algn="ctr" fontAlgn="b"/>
                      <a:r>
                        <a:rPr lang="en-US" sz="1800" u="none" strike="noStrike" dirty="0" err="1">
                          <a:effectLst/>
                        </a:rPr>
                        <a:t>Riyaziyyat</a:t>
                      </a:r>
                      <a:endParaRPr lang="en-US" sz="1800" b="0" i="0" u="none" strike="noStrike" dirty="0">
                        <a:solidFill>
                          <a:srgbClr val="000000"/>
                        </a:solidFill>
                        <a:effectLst/>
                        <a:latin typeface="Calibri" panose="020F0502020204030204" pitchFamily="34" charset="0"/>
                      </a:endParaRPr>
                    </a:p>
                  </a:txBody>
                  <a:tcPr marL="9525" marR="9525" marT="9525" marB="0" anchor="ctr">
                    <a:solidFill>
                      <a:schemeClr val="bg2"/>
                    </a:solidFill>
                  </a:tcPr>
                </a:tc>
                <a:extLst>
                  <a:ext uri="{0D108BD9-81ED-4DB2-BD59-A6C34878D82A}">
                    <a16:rowId xmlns:a16="http://schemas.microsoft.com/office/drawing/2014/main" val="3499513765"/>
                  </a:ext>
                </a:extLst>
              </a:tr>
              <a:tr h="1362891">
                <a:tc>
                  <a:txBody>
                    <a:bodyPr/>
                    <a:lstStyle/>
                    <a:p>
                      <a:pPr algn="ctr" fontAlgn="b"/>
                      <a:r>
                        <a:rPr lang="en-US" sz="1800" u="none" strike="noStrike" dirty="0" err="1">
                          <a:effectLst/>
                        </a:rPr>
                        <a:t>monitorinq</a:t>
                      </a:r>
                      <a:endParaRPr lang="en-US" sz="1800" b="0" i="0" u="none" strike="noStrike" dirty="0">
                        <a:solidFill>
                          <a:srgbClr val="000000"/>
                        </a:solidFill>
                        <a:effectLst/>
                        <a:latin typeface="Calibri" panose="020F0502020204030204" pitchFamily="34" charset="0"/>
                      </a:endParaRPr>
                    </a:p>
                  </a:txBody>
                  <a:tcPr marL="9525" marR="9525" marT="9525" marB="0" anchor="ctr">
                    <a:solidFill>
                      <a:srgbClr val="FFC000"/>
                    </a:solidFill>
                  </a:tcPr>
                </a:tc>
                <a:tc>
                  <a:txBody>
                    <a:bodyPr/>
                    <a:lstStyle/>
                    <a:p>
                      <a:pPr algn="ctr" fontAlgn="b"/>
                      <a:r>
                        <a:rPr lang="en-US" sz="1800" u="none" strike="noStrike" dirty="0">
                          <a:effectLst/>
                        </a:rPr>
                        <a:t>62,4</a:t>
                      </a:r>
                      <a:endParaRPr lang="en-US" sz="1800" b="0" i="0" u="none" strike="noStrike" dirty="0">
                        <a:solidFill>
                          <a:srgbClr val="000000"/>
                        </a:solidFill>
                        <a:effectLst/>
                        <a:latin typeface="Calibri" panose="020F0502020204030204" pitchFamily="34" charset="0"/>
                      </a:endParaRPr>
                    </a:p>
                  </a:txBody>
                  <a:tcPr marL="9525" marR="9525" marT="9525" marB="0" anchor="ctr">
                    <a:solidFill>
                      <a:srgbClr val="FFC000"/>
                    </a:solidFill>
                  </a:tcPr>
                </a:tc>
                <a:tc>
                  <a:txBody>
                    <a:bodyPr/>
                    <a:lstStyle/>
                    <a:p>
                      <a:pPr algn="ctr" fontAlgn="b"/>
                      <a:r>
                        <a:rPr lang="en-US" sz="1800" u="none" strike="noStrike" dirty="0">
                          <a:effectLst/>
                        </a:rPr>
                        <a:t>62,6</a:t>
                      </a:r>
                      <a:endParaRPr lang="en-US" sz="1800" b="0" i="0" u="none" strike="noStrike" dirty="0">
                        <a:solidFill>
                          <a:srgbClr val="000000"/>
                        </a:solidFill>
                        <a:effectLst/>
                        <a:latin typeface="Calibri" panose="020F0502020204030204" pitchFamily="34" charset="0"/>
                      </a:endParaRPr>
                    </a:p>
                  </a:txBody>
                  <a:tcPr marL="9525" marR="9525" marT="9525" marB="0" anchor="ctr">
                    <a:solidFill>
                      <a:srgbClr val="FFC000"/>
                    </a:solidFill>
                  </a:tcPr>
                </a:tc>
                <a:extLst>
                  <a:ext uri="{0D108BD9-81ED-4DB2-BD59-A6C34878D82A}">
                    <a16:rowId xmlns:a16="http://schemas.microsoft.com/office/drawing/2014/main" val="130384454"/>
                  </a:ext>
                </a:extLst>
              </a:tr>
              <a:tr h="1362891">
                <a:tc>
                  <a:txBody>
                    <a:bodyPr/>
                    <a:lstStyle/>
                    <a:p>
                      <a:pPr algn="ctr" fontAlgn="b"/>
                      <a:r>
                        <a:rPr lang="en-US" sz="1800" u="none" strike="noStrike" dirty="0" err="1">
                          <a:effectLst/>
                        </a:rPr>
                        <a:t>illik</a:t>
                      </a:r>
                      <a:endParaRPr lang="en-US" sz="1800" b="0" i="0" u="none" strike="noStrike" dirty="0">
                        <a:solidFill>
                          <a:srgbClr val="000000"/>
                        </a:solidFill>
                        <a:effectLst/>
                        <a:latin typeface="Calibri" panose="020F0502020204030204" pitchFamily="34" charset="0"/>
                      </a:endParaRPr>
                    </a:p>
                  </a:txBody>
                  <a:tcPr marL="9525" marR="9525" marT="9525" marB="0" anchor="ctr">
                    <a:solidFill>
                      <a:schemeClr val="accent6">
                        <a:lumMod val="60000"/>
                        <a:lumOff val="40000"/>
                      </a:schemeClr>
                    </a:solidFill>
                  </a:tcPr>
                </a:tc>
                <a:tc>
                  <a:txBody>
                    <a:bodyPr/>
                    <a:lstStyle/>
                    <a:p>
                      <a:pPr algn="ctr" fontAlgn="b"/>
                      <a:r>
                        <a:rPr lang="en-US" sz="1800" u="none" strike="noStrike" dirty="0">
                          <a:effectLst/>
                        </a:rPr>
                        <a:t>71,4</a:t>
                      </a:r>
                      <a:endParaRPr lang="en-US" sz="1800" b="0" i="0" u="none" strike="noStrike" dirty="0">
                        <a:solidFill>
                          <a:srgbClr val="000000"/>
                        </a:solidFill>
                        <a:effectLst/>
                        <a:latin typeface="Calibri" panose="020F0502020204030204" pitchFamily="34" charset="0"/>
                      </a:endParaRPr>
                    </a:p>
                  </a:txBody>
                  <a:tcPr marL="9525" marR="9525" marT="9525" marB="0" anchor="ctr">
                    <a:solidFill>
                      <a:schemeClr val="accent6">
                        <a:lumMod val="60000"/>
                        <a:lumOff val="40000"/>
                      </a:schemeClr>
                    </a:solidFill>
                  </a:tcPr>
                </a:tc>
                <a:tc>
                  <a:txBody>
                    <a:bodyPr/>
                    <a:lstStyle/>
                    <a:p>
                      <a:pPr algn="ctr" fontAlgn="b"/>
                      <a:r>
                        <a:rPr lang="en-US" sz="1800" u="none" strike="noStrike" dirty="0">
                          <a:effectLst/>
                        </a:rPr>
                        <a:t>68,1</a:t>
                      </a:r>
                      <a:endParaRPr lang="en-US" sz="1800" b="0" i="0" u="none" strike="noStrike" dirty="0">
                        <a:solidFill>
                          <a:srgbClr val="000000"/>
                        </a:solidFill>
                        <a:effectLst/>
                        <a:latin typeface="Calibri" panose="020F0502020204030204" pitchFamily="34" charset="0"/>
                      </a:endParaRPr>
                    </a:p>
                  </a:txBody>
                  <a:tcPr marL="9525" marR="9525" marT="9525" marB="0" anchor="ctr">
                    <a:solidFill>
                      <a:schemeClr val="accent6">
                        <a:lumMod val="60000"/>
                        <a:lumOff val="40000"/>
                      </a:schemeClr>
                    </a:solidFill>
                  </a:tcPr>
                </a:tc>
                <a:extLst>
                  <a:ext uri="{0D108BD9-81ED-4DB2-BD59-A6C34878D82A}">
                    <a16:rowId xmlns:a16="http://schemas.microsoft.com/office/drawing/2014/main" val="1214264058"/>
                  </a:ext>
                </a:extLst>
              </a:tr>
            </a:tbl>
          </a:graphicData>
        </a:graphic>
      </p:graphicFrame>
      <p:graphicFrame>
        <p:nvGraphicFramePr>
          <p:cNvPr id="3" name="Chart 2"/>
          <p:cNvGraphicFramePr>
            <a:graphicFrameLocks/>
          </p:cNvGraphicFramePr>
          <p:nvPr>
            <p:extLst/>
          </p:nvPr>
        </p:nvGraphicFramePr>
        <p:xfrm>
          <a:off x="4728755" y="1306286"/>
          <a:ext cx="5982788" cy="451974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274320" y="439141"/>
            <a:ext cx="8543109" cy="707886"/>
          </a:xfrm>
          <a:prstGeom prst="rect">
            <a:avLst/>
          </a:prstGeom>
          <a:noFill/>
        </p:spPr>
        <p:txBody>
          <a:bodyPr wrap="square" rtlCol="0">
            <a:spAutoFit/>
          </a:bodyPr>
          <a:lstStyle/>
          <a:p>
            <a:r>
              <a:rPr lang="en-US" sz="2000" b="1" dirty="0">
                <a:solidFill>
                  <a:srgbClr val="FF0000"/>
                </a:solidFill>
              </a:rPr>
              <a:t>IV </a:t>
            </a:r>
            <a:r>
              <a:rPr lang="en-US" sz="2000" b="1" dirty="0" err="1">
                <a:solidFill>
                  <a:srgbClr val="FF0000"/>
                </a:solidFill>
              </a:rPr>
              <a:t>siniflərdə</a:t>
            </a:r>
            <a:r>
              <a:rPr lang="en-US" sz="2000" b="1" dirty="0">
                <a:solidFill>
                  <a:srgbClr val="FF0000"/>
                </a:solidFill>
              </a:rPr>
              <a:t> BŞTİ </a:t>
            </a:r>
            <a:r>
              <a:rPr lang="en-US" sz="2000" b="1" dirty="0" err="1">
                <a:solidFill>
                  <a:srgbClr val="FF0000"/>
                </a:solidFill>
              </a:rPr>
              <a:t>tərəfindən</a:t>
            </a:r>
            <a:r>
              <a:rPr lang="en-US" sz="2000" b="1" dirty="0">
                <a:solidFill>
                  <a:srgbClr val="FF0000"/>
                </a:solidFill>
              </a:rPr>
              <a:t> </a:t>
            </a:r>
            <a:r>
              <a:rPr lang="en-US" sz="2000" b="1" dirty="0" err="1">
                <a:solidFill>
                  <a:srgbClr val="FF0000"/>
                </a:solidFill>
              </a:rPr>
              <a:t>aparılmış</a:t>
            </a:r>
            <a:r>
              <a:rPr lang="en-US" sz="2000" b="1" dirty="0">
                <a:solidFill>
                  <a:srgbClr val="FF0000"/>
                </a:solidFill>
              </a:rPr>
              <a:t> </a:t>
            </a:r>
            <a:r>
              <a:rPr lang="en-US" sz="2000" b="1" dirty="0" err="1">
                <a:solidFill>
                  <a:srgbClr val="FF0000"/>
                </a:solidFill>
              </a:rPr>
              <a:t>monitorinqlə</a:t>
            </a:r>
            <a:r>
              <a:rPr lang="en-US" sz="2000" b="1" dirty="0">
                <a:solidFill>
                  <a:srgbClr val="FF0000"/>
                </a:solidFill>
              </a:rPr>
              <a:t> </a:t>
            </a:r>
            <a:r>
              <a:rPr lang="en-US" sz="2000" b="1" dirty="0" err="1">
                <a:solidFill>
                  <a:srgbClr val="FF0000"/>
                </a:solidFill>
              </a:rPr>
              <a:t>şagirdlərin</a:t>
            </a:r>
            <a:r>
              <a:rPr lang="en-US" sz="2000" b="1" dirty="0">
                <a:solidFill>
                  <a:srgbClr val="FF0000"/>
                </a:solidFill>
              </a:rPr>
              <a:t> </a:t>
            </a:r>
            <a:r>
              <a:rPr lang="en-US" sz="2000" b="1" dirty="0" err="1">
                <a:solidFill>
                  <a:srgbClr val="FF0000"/>
                </a:solidFill>
              </a:rPr>
              <a:t>illik</a:t>
            </a:r>
            <a:r>
              <a:rPr lang="en-US" sz="2000" b="1" dirty="0">
                <a:solidFill>
                  <a:srgbClr val="FF0000"/>
                </a:solidFill>
              </a:rPr>
              <a:t> </a:t>
            </a:r>
            <a:r>
              <a:rPr lang="en-US" sz="2000" b="1" dirty="0" err="1">
                <a:solidFill>
                  <a:srgbClr val="FF0000"/>
                </a:solidFill>
              </a:rPr>
              <a:t>təlim</a:t>
            </a:r>
            <a:r>
              <a:rPr lang="en-US" sz="2000" b="1" dirty="0">
                <a:solidFill>
                  <a:srgbClr val="FF0000"/>
                </a:solidFill>
              </a:rPr>
              <a:t> </a:t>
            </a:r>
            <a:r>
              <a:rPr lang="en-US" sz="2000" b="1" dirty="0" err="1">
                <a:solidFill>
                  <a:srgbClr val="FF0000"/>
                </a:solidFill>
              </a:rPr>
              <a:t>nəticələrinin</a:t>
            </a:r>
            <a:r>
              <a:rPr lang="en-US" sz="2000" b="1" dirty="0">
                <a:solidFill>
                  <a:srgbClr val="FF0000"/>
                </a:solidFill>
              </a:rPr>
              <a:t> </a:t>
            </a:r>
            <a:r>
              <a:rPr lang="en-US" sz="2000" b="1" dirty="0" err="1">
                <a:solidFill>
                  <a:srgbClr val="FF0000"/>
                </a:solidFill>
              </a:rPr>
              <a:t>müqayisəli</a:t>
            </a:r>
            <a:r>
              <a:rPr lang="en-US" sz="2000" b="1" dirty="0">
                <a:solidFill>
                  <a:srgbClr val="FF0000"/>
                </a:solidFill>
              </a:rPr>
              <a:t> </a:t>
            </a:r>
            <a:r>
              <a:rPr lang="en-US" sz="2000" b="1" dirty="0" err="1">
                <a:solidFill>
                  <a:srgbClr val="FF0000"/>
                </a:solidFill>
              </a:rPr>
              <a:t>təhlili</a:t>
            </a:r>
            <a:r>
              <a:rPr lang="en-US" sz="2000" b="1" dirty="0">
                <a:solidFill>
                  <a:srgbClr val="FF0000"/>
                </a:solidFill>
              </a:rPr>
              <a:t> </a:t>
            </a:r>
          </a:p>
        </p:txBody>
      </p:sp>
    </p:spTree>
    <p:extLst>
      <p:ext uri="{BB962C8B-B14F-4D97-AF65-F5344CB8AC3E}">
        <p14:creationId xmlns:p14="http://schemas.microsoft.com/office/powerpoint/2010/main" val="38076053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z-Latn-AZ" dirty="0" smtClean="0">
                <a:solidFill>
                  <a:srgbClr val="FF0000"/>
                </a:solidFill>
              </a:rPr>
              <a:t>Ümumi orta təhsil səviyyəsində fənlər üzrə şagirdlərin təlim nəticələrinin təhlili</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err="1"/>
              <a:t>Məktəbdə</a:t>
            </a:r>
            <a:r>
              <a:rPr lang="en-US" dirty="0"/>
              <a:t> IX </a:t>
            </a:r>
            <a:r>
              <a:rPr lang="en-US" dirty="0" err="1"/>
              <a:t>siniflər</a:t>
            </a:r>
            <a:r>
              <a:rPr lang="en-US" dirty="0"/>
              <a:t> </a:t>
            </a:r>
            <a:r>
              <a:rPr lang="en-US" dirty="0" err="1"/>
              <a:t>üzrə</a:t>
            </a:r>
            <a:r>
              <a:rPr lang="en-US" dirty="0"/>
              <a:t> 7 </a:t>
            </a:r>
            <a:r>
              <a:rPr lang="en-US" dirty="0" err="1"/>
              <a:t>sinifdə</a:t>
            </a:r>
            <a:r>
              <a:rPr lang="en-US" dirty="0"/>
              <a:t> 144 </a:t>
            </a:r>
            <a:r>
              <a:rPr lang="en-US" dirty="0" err="1"/>
              <a:t>şagird</a:t>
            </a:r>
            <a:r>
              <a:rPr lang="en-US" dirty="0"/>
              <a:t> </a:t>
            </a:r>
            <a:r>
              <a:rPr lang="en-US" dirty="0" err="1"/>
              <a:t>təhsil</a:t>
            </a:r>
            <a:r>
              <a:rPr lang="en-US" dirty="0"/>
              <a:t> </a:t>
            </a:r>
            <a:r>
              <a:rPr lang="en-US" dirty="0" err="1"/>
              <a:t>alır</a:t>
            </a:r>
            <a:r>
              <a:rPr lang="en-US" dirty="0"/>
              <a:t>. </a:t>
            </a:r>
            <a:r>
              <a:rPr lang="en-US" dirty="0" err="1"/>
              <a:t>Onlar</a:t>
            </a:r>
            <a:r>
              <a:rPr lang="en-US" dirty="0"/>
              <a:t> </a:t>
            </a:r>
            <a:r>
              <a:rPr lang="en-US" dirty="0" err="1"/>
              <a:t>arasında</a:t>
            </a:r>
            <a:r>
              <a:rPr lang="en-US" dirty="0"/>
              <a:t> mart </a:t>
            </a:r>
            <a:r>
              <a:rPr lang="en-US" dirty="0" err="1"/>
              <a:t>ayında</a:t>
            </a:r>
            <a:r>
              <a:rPr lang="en-US" dirty="0"/>
              <a:t> Ana </a:t>
            </a:r>
            <a:r>
              <a:rPr lang="en-US" dirty="0" err="1"/>
              <a:t>dili</a:t>
            </a:r>
            <a:r>
              <a:rPr lang="en-US" dirty="0"/>
              <a:t>, </a:t>
            </a:r>
            <a:r>
              <a:rPr lang="en-US" dirty="0" err="1"/>
              <a:t>riyaziyyat</a:t>
            </a:r>
            <a:r>
              <a:rPr lang="en-US" dirty="0"/>
              <a:t>, </a:t>
            </a:r>
            <a:r>
              <a:rPr lang="en-US" dirty="0" err="1"/>
              <a:t>rus</a:t>
            </a:r>
            <a:r>
              <a:rPr lang="en-US" dirty="0"/>
              <a:t> </a:t>
            </a:r>
            <a:r>
              <a:rPr lang="en-US" dirty="0" err="1"/>
              <a:t>dili</a:t>
            </a:r>
            <a:r>
              <a:rPr lang="en-US" dirty="0"/>
              <a:t> </a:t>
            </a:r>
            <a:r>
              <a:rPr lang="en-US" dirty="0" err="1"/>
              <a:t>fənləri</a:t>
            </a:r>
            <a:r>
              <a:rPr lang="en-US" dirty="0"/>
              <a:t> </a:t>
            </a:r>
            <a:r>
              <a:rPr lang="en-US" dirty="0" err="1"/>
              <a:t>üzrə</a:t>
            </a:r>
            <a:r>
              <a:rPr lang="en-US" dirty="0"/>
              <a:t> </a:t>
            </a:r>
            <a:r>
              <a:rPr lang="en-US" dirty="0" err="1"/>
              <a:t>monitorinq</a:t>
            </a:r>
            <a:r>
              <a:rPr lang="en-US" dirty="0"/>
              <a:t> </a:t>
            </a:r>
            <a:r>
              <a:rPr lang="en-US" dirty="0" err="1" smtClean="0"/>
              <a:t>aparılmışdı</a:t>
            </a:r>
            <a:r>
              <a:rPr lang="az-Latn-AZ" dirty="0" smtClean="0"/>
              <a:t>r</a:t>
            </a:r>
            <a:r>
              <a:rPr lang="en-US" dirty="0" smtClean="0"/>
              <a:t>. </a:t>
            </a:r>
            <a:r>
              <a:rPr lang="en-US" dirty="0" err="1"/>
              <a:t>Monitorinqdə</a:t>
            </a:r>
            <a:r>
              <a:rPr lang="en-US" dirty="0"/>
              <a:t> 144 </a:t>
            </a:r>
            <a:r>
              <a:rPr lang="en-US" dirty="0" err="1"/>
              <a:t>şagirddən</a:t>
            </a:r>
            <a:r>
              <a:rPr lang="en-US" dirty="0"/>
              <a:t> 134 </a:t>
            </a:r>
            <a:r>
              <a:rPr lang="en-US" dirty="0" err="1"/>
              <a:t>şagird</a:t>
            </a:r>
            <a:r>
              <a:rPr lang="en-US" dirty="0"/>
              <a:t> </a:t>
            </a:r>
            <a:r>
              <a:rPr lang="en-US" dirty="0" err="1"/>
              <a:t>iştirak</a:t>
            </a:r>
            <a:r>
              <a:rPr lang="en-US" dirty="0"/>
              <a:t> </a:t>
            </a:r>
            <a:r>
              <a:rPr lang="en-US" dirty="0" err="1"/>
              <a:t>etmişdir</a:t>
            </a:r>
            <a:r>
              <a:rPr lang="en-US" dirty="0"/>
              <a:t>.</a:t>
            </a:r>
          </a:p>
        </p:txBody>
      </p:sp>
      <p:graphicFrame>
        <p:nvGraphicFramePr>
          <p:cNvPr id="6" name="Table 5"/>
          <p:cNvGraphicFramePr>
            <a:graphicFrameLocks noGrp="1"/>
          </p:cNvGraphicFramePr>
          <p:nvPr>
            <p:extLst>
              <p:ext uri="{D42A27DB-BD31-4B8C-83A1-F6EECF244321}">
                <p14:modId xmlns:p14="http://schemas.microsoft.com/office/powerpoint/2010/main" val="3310755369"/>
              </p:ext>
            </p:extLst>
          </p:nvPr>
        </p:nvGraphicFramePr>
        <p:xfrm>
          <a:off x="677334" y="3252103"/>
          <a:ext cx="8892824" cy="2789259"/>
        </p:xfrm>
        <a:graphic>
          <a:graphicData uri="http://schemas.openxmlformats.org/drawingml/2006/table">
            <a:tbl>
              <a:tblPr firstRow="1" bandRow="1">
                <a:tableStyleId>{5C22544A-7EE6-4342-B048-85BDC9FD1C3A}</a:tableStyleId>
              </a:tblPr>
              <a:tblGrid>
                <a:gridCol w="1349232">
                  <a:extLst>
                    <a:ext uri="{9D8B030D-6E8A-4147-A177-3AD203B41FA5}">
                      <a16:colId xmlns:a16="http://schemas.microsoft.com/office/drawing/2014/main" val="795037902"/>
                    </a:ext>
                  </a:extLst>
                </a:gridCol>
                <a:gridCol w="1885898">
                  <a:extLst>
                    <a:ext uri="{9D8B030D-6E8A-4147-A177-3AD203B41FA5}">
                      <a16:colId xmlns:a16="http://schemas.microsoft.com/office/drawing/2014/main" val="2801856759"/>
                    </a:ext>
                  </a:extLst>
                </a:gridCol>
                <a:gridCol w="1885898">
                  <a:extLst>
                    <a:ext uri="{9D8B030D-6E8A-4147-A177-3AD203B41FA5}">
                      <a16:colId xmlns:a16="http://schemas.microsoft.com/office/drawing/2014/main" val="2836822284"/>
                    </a:ext>
                  </a:extLst>
                </a:gridCol>
                <a:gridCol w="1885898">
                  <a:extLst>
                    <a:ext uri="{9D8B030D-6E8A-4147-A177-3AD203B41FA5}">
                      <a16:colId xmlns:a16="http://schemas.microsoft.com/office/drawing/2014/main" val="2528292945"/>
                    </a:ext>
                  </a:extLst>
                </a:gridCol>
                <a:gridCol w="1885898">
                  <a:extLst>
                    <a:ext uri="{9D8B030D-6E8A-4147-A177-3AD203B41FA5}">
                      <a16:colId xmlns:a16="http://schemas.microsoft.com/office/drawing/2014/main" val="2226917179"/>
                    </a:ext>
                  </a:extLst>
                </a:gridCol>
              </a:tblGrid>
              <a:tr h="1002293">
                <a:tc>
                  <a:txBody>
                    <a:bodyPr/>
                    <a:lstStyle/>
                    <a:p>
                      <a:pPr algn="ctr"/>
                      <a:r>
                        <a:rPr lang="az-Latn-AZ" dirty="0" smtClean="0"/>
                        <a:t>Fənlər</a:t>
                      </a:r>
                      <a:endParaRPr lang="en-US" dirty="0"/>
                    </a:p>
                  </a:txBody>
                  <a:tcPr anchor="ctr">
                    <a:solidFill>
                      <a:srgbClr val="00B050"/>
                    </a:solidFill>
                  </a:tcPr>
                </a:tc>
                <a:tc>
                  <a:txBody>
                    <a:bodyPr/>
                    <a:lstStyle/>
                    <a:p>
                      <a:pPr algn="ctr"/>
                      <a:r>
                        <a:rPr lang="rue-Cyrl" dirty="0" smtClean="0"/>
                        <a:t>“</a:t>
                      </a:r>
                      <a:r>
                        <a:rPr lang="az-Latn-AZ" dirty="0" smtClean="0"/>
                        <a:t>2</a:t>
                      </a:r>
                      <a:r>
                        <a:rPr lang="rue-Cyrl" dirty="0" smtClean="0"/>
                        <a:t>”</a:t>
                      </a:r>
                      <a:r>
                        <a:rPr lang="az-Latn-AZ" dirty="0" smtClean="0"/>
                        <a:t>qiymət </a:t>
                      </a:r>
                      <a:r>
                        <a:rPr lang="az-Latn-AZ" dirty="0" smtClean="0"/>
                        <a:t>alanlar</a:t>
                      </a:r>
                      <a:endParaRPr lang="en-US" dirty="0"/>
                    </a:p>
                  </a:txBody>
                  <a:tcPr anchor="ctr"/>
                </a:tc>
                <a:tc>
                  <a:txBody>
                    <a:bodyPr/>
                    <a:lstStyle/>
                    <a:p>
                      <a:pPr algn="ctr"/>
                      <a:r>
                        <a:rPr lang="rue-Cyrl" dirty="0" smtClean="0"/>
                        <a:t>“</a:t>
                      </a:r>
                      <a:r>
                        <a:rPr lang="az-Latn-AZ" dirty="0" smtClean="0"/>
                        <a:t>5</a:t>
                      </a:r>
                      <a:r>
                        <a:rPr lang="rue-Cyrl" dirty="0" smtClean="0"/>
                        <a:t>”</a:t>
                      </a:r>
                      <a:r>
                        <a:rPr lang="az-Latn-AZ" dirty="0" smtClean="0"/>
                        <a:t> qiymət </a:t>
                      </a:r>
                      <a:r>
                        <a:rPr lang="az-Latn-AZ" dirty="0" smtClean="0"/>
                        <a:t>alanlar</a:t>
                      </a:r>
                      <a:endParaRPr lang="en-US" dirty="0"/>
                    </a:p>
                  </a:txBody>
                  <a:tcPr anchor="c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z-Latn-AZ" dirty="0" smtClean="0"/>
                        <a:t>Hər üç fənndən </a:t>
                      </a:r>
                      <a:r>
                        <a:rPr lang="rue-Cyrl" dirty="0" smtClean="0"/>
                        <a:t>“</a:t>
                      </a:r>
                      <a:r>
                        <a:rPr lang="az-Latn-AZ" dirty="0" smtClean="0"/>
                        <a:t>2</a:t>
                      </a:r>
                      <a:r>
                        <a:rPr lang="rue-Cyrl" dirty="0" smtClean="0"/>
                        <a:t>”</a:t>
                      </a:r>
                      <a:r>
                        <a:rPr lang="az-Latn-AZ" dirty="0" smtClean="0"/>
                        <a:t>qiymət </a:t>
                      </a:r>
                      <a:r>
                        <a:rPr lang="az-Latn-AZ" dirty="0" smtClean="0"/>
                        <a:t>alanlar</a:t>
                      </a:r>
                      <a:endParaRPr lang="en-US" dirty="0" smtClean="0"/>
                    </a:p>
                    <a:p>
                      <a:pPr algn="ctr"/>
                      <a:endParaRPr lang="en-US" dirty="0"/>
                    </a:p>
                  </a:txBody>
                  <a:tcPr anchor="c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z-Latn-AZ" dirty="0" smtClean="0"/>
                        <a:t>Hər üç fənndən </a:t>
                      </a:r>
                      <a:r>
                        <a:rPr lang="rue-Cyrl" dirty="0" smtClean="0"/>
                        <a:t>“</a:t>
                      </a:r>
                      <a:r>
                        <a:rPr lang="az-Latn-AZ" dirty="0" smtClean="0"/>
                        <a:t>5</a:t>
                      </a:r>
                      <a:r>
                        <a:rPr lang="rue-Cyrl" dirty="0" smtClean="0"/>
                        <a:t>”</a:t>
                      </a:r>
                      <a:r>
                        <a:rPr lang="az-Latn-AZ" dirty="0" smtClean="0"/>
                        <a:t>qiymət </a:t>
                      </a:r>
                      <a:r>
                        <a:rPr lang="az-Latn-AZ" dirty="0" smtClean="0"/>
                        <a:t>alanlar</a:t>
                      </a:r>
                      <a:endParaRPr lang="en-US" dirty="0" smtClean="0"/>
                    </a:p>
                    <a:p>
                      <a:pPr algn="ctr"/>
                      <a:endParaRPr lang="en-US" dirty="0"/>
                    </a:p>
                  </a:txBody>
                  <a:tcPr anchor="ctr">
                    <a:solidFill>
                      <a:srgbClr val="002060"/>
                    </a:solidFill>
                  </a:tcPr>
                </a:tc>
                <a:extLst>
                  <a:ext uri="{0D108BD9-81ED-4DB2-BD59-A6C34878D82A}">
                    <a16:rowId xmlns:a16="http://schemas.microsoft.com/office/drawing/2014/main" val="3715468963"/>
                  </a:ext>
                </a:extLst>
              </a:tr>
              <a:tr h="533513">
                <a:tc>
                  <a:txBody>
                    <a:bodyPr/>
                    <a:lstStyle/>
                    <a:p>
                      <a:pPr algn="ctr"/>
                      <a:r>
                        <a:rPr lang="az-Latn-AZ" dirty="0" smtClean="0"/>
                        <a:t>Ana</a:t>
                      </a:r>
                      <a:r>
                        <a:rPr lang="az-Latn-AZ" baseline="0" dirty="0" smtClean="0"/>
                        <a:t> dili</a:t>
                      </a:r>
                      <a:endParaRPr lang="en-US" dirty="0"/>
                    </a:p>
                  </a:txBody>
                  <a:tcPr anchor="ctr"/>
                </a:tc>
                <a:tc>
                  <a:txBody>
                    <a:bodyPr/>
                    <a:lstStyle/>
                    <a:p>
                      <a:pPr algn="ctr"/>
                      <a:r>
                        <a:rPr lang="az-Latn-AZ" dirty="0" smtClean="0"/>
                        <a:t>29</a:t>
                      </a:r>
                      <a:endParaRPr lang="en-US" dirty="0"/>
                    </a:p>
                  </a:txBody>
                  <a:tcPr anchor="ctr"/>
                </a:tc>
                <a:tc>
                  <a:txBody>
                    <a:bodyPr/>
                    <a:lstStyle/>
                    <a:p>
                      <a:pPr algn="ctr"/>
                      <a:r>
                        <a:rPr lang="az-Latn-AZ" dirty="0" smtClean="0"/>
                        <a:t>31</a:t>
                      </a:r>
                      <a:endParaRPr lang="en-US" dirty="0"/>
                    </a:p>
                  </a:txBody>
                  <a:tcPr anchor="ctr"/>
                </a:tc>
                <a:tc>
                  <a:txBody>
                    <a:bodyPr/>
                    <a:lstStyle/>
                    <a:p>
                      <a:pPr algn="ctr"/>
                      <a:r>
                        <a:rPr lang="az-Latn-AZ" dirty="0" smtClean="0"/>
                        <a:t>16</a:t>
                      </a:r>
                      <a:endParaRPr lang="en-US" dirty="0"/>
                    </a:p>
                  </a:txBody>
                  <a:tcPr anchor="ctr"/>
                </a:tc>
                <a:tc>
                  <a:txBody>
                    <a:bodyPr/>
                    <a:lstStyle/>
                    <a:p>
                      <a:pPr algn="ctr"/>
                      <a:r>
                        <a:rPr lang="az-Latn-AZ" dirty="0" smtClean="0"/>
                        <a:t>3</a:t>
                      </a:r>
                      <a:endParaRPr lang="en-US" dirty="0"/>
                    </a:p>
                  </a:txBody>
                  <a:tcPr anchor="ctr"/>
                </a:tc>
                <a:extLst>
                  <a:ext uri="{0D108BD9-81ED-4DB2-BD59-A6C34878D82A}">
                    <a16:rowId xmlns:a16="http://schemas.microsoft.com/office/drawing/2014/main" val="2076377323"/>
                  </a:ext>
                </a:extLst>
              </a:tr>
              <a:tr h="533513">
                <a:tc>
                  <a:txBody>
                    <a:bodyPr/>
                    <a:lstStyle/>
                    <a:p>
                      <a:pPr algn="ctr"/>
                      <a:r>
                        <a:rPr lang="az-Latn-AZ" dirty="0" smtClean="0"/>
                        <a:t>Riyaziyyat </a:t>
                      </a:r>
                      <a:endParaRPr lang="en-US" dirty="0"/>
                    </a:p>
                  </a:txBody>
                  <a:tcPr anchor="ctr"/>
                </a:tc>
                <a:tc>
                  <a:txBody>
                    <a:bodyPr/>
                    <a:lstStyle/>
                    <a:p>
                      <a:pPr algn="ctr"/>
                      <a:r>
                        <a:rPr lang="az-Latn-AZ" dirty="0" smtClean="0"/>
                        <a:t>36</a:t>
                      </a:r>
                      <a:endParaRPr lang="en-US" dirty="0"/>
                    </a:p>
                  </a:txBody>
                  <a:tcPr anchor="ctr"/>
                </a:tc>
                <a:tc>
                  <a:txBody>
                    <a:bodyPr/>
                    <a:lstStyle/>
                    <a:p>
                      <a:pPr algn="ctr"/>
                      <a:r>
                        <a:rPr lang="az-Latn-AZ" dirty="0" smtClean="0"/>
                        <a:t>11</a:t>
                      </a:r>
                      <a:endParaRPr lang="en-US" dirty="0"/>
                    </a:p>
                  </a:txBody>
                  <a:tcPr anchor="ctr"/>
                </a:tc>
                <a:tc>
                  <a:txBody>
                    <a:bodyPr/>
                    <a:lstStyle/>
                    <a:p>
                      <a:pPr algn="ctr"/>
                      <a:r>
                        <a:rPr lang="az-Latn-AZ" dirty="0" smtClean="0"/>
                        <a:t>16</a:t>
                      </a:r>
                      <a:endParaRPr lang="en-US" dirty="0"/>
                    </a:p>
                  </a:txBody>
                  <a:tcPr anchor="ctr"/>
                </a:tc>
                <a:tc>
                  <a:txBody>
                    <a:bodyPr/>
                    <a:lstStyle/>
                    <a:p>
                      <a:pPr algn="ctr"/>
                      <a:r>
                        <a:rPr lang="az-Latn-AZ" dirty="0" smtClean="0"/>
                        <a:t>3</a:t>
                      </a:r>
                      <a:endParaRPr lang="en-US" dirty="0"/>
                    </a:p>
                  </a:txBody>
                  <a:tcPr anchor="ctr"/>
                </a:tc>
                <a:extLst>
                  <a:ext uri="{0D108BD9-81ED-4DB2-BD59-A6C34878D82A}">
                    <a16:rowId xmlns:a16="http://schemas.microsoft.com/office/drawing/2014/main" val="715021919"/>
                  </a:ext>
                </a:extLst>
              </a:tr>
              <a:tr h="533513">
                <a:tc>
                  <a:txBody>
                    <a:bodyPr/>
                    <a:lstStyle/>
                    <a:p>
                      <a:pPr algn="ctr"/>
                      <a:r>
                        <a:rPr lang="az-Latn-AZ" dirty="0" smtClean="0"/>
                        <a:t>Rus dili</a:t>
                      </a:r>
                      <a:endParaRPr lang="en-US" dirty="0"/>
                    </a:p>
                  </a:txBody>
                  <a:tcPr anchor="ctr"/>
                </a:tc>
                <a:tc>
                  <a:txBody>
                    <a:bodyPr/>
                    <a:lstStyle/>
                    <a:p>
                      <a:pPr algn="ctr"/>
                      <a:r>
                        <a:rPr lang="az-Latn-AZ" dirty="0" smtClean="0"/>
                        <a:t>41</a:t>
                      </a:r>
                      <a:endParaRPr lang="en-US" dirty="0"/>
                    </a:p>
                  </a:txBody>
                  <a:tcPr anchor="ctr"/>
                </a:tc>
                <a:tc>
                  <a:txBody>
                    <a:bodyPr/>
                    <a:lstStyle/>
                    <a:p>
                      <a:pPr algn="ctr"/>
                      <a:r>
                        <a:rPr lang="az-Latn-AZ" dirty="0" smtClean="0"/>
                        <a:t>16</a:t>
                      </a:r>
                      <a:endParaRPr lang="en-US" dirty="0"/>
                    </a:p>
                  </a:txBody>
                  <a:tcPr anchor="ctr"/>
                </a:tc>
                <a:tc>
                  <a:txBody>
                    <a:bodyPr/>
                    <a:lstStyle/>
                    <a:p>
                      <a:pPr algn="ctr"/>
                      <a:r>
                        <a:rPr lang="az-Latn-AZ" dirty="0" smtClean="0"/>
                        <a:t>16</a:t>
                      </a:r>
                      <a:endParaRPr lang="en-US" dirty="0"/>
                    </a:p>
                  </a:txBody>
                  <a:tcPr anchor="ctr"/>
                </a:tc>
                <a:tc>
                  <a:txBody>
                    <a:bodyPr/>
                    <a:lstStyle/>
                    <a:p>
                      <a:pPr algn="ctr"/>
                      <a:r>
                        <a:rPr lang="az-Latn-AZ" dirty="0" smtClean="0"/>
                        <a:t>3</a:t>
                      </a:r>
                      <a:endParaRPr lang="en-US" dirty="0"/>
                    </a:p>
                  </a:txBody>
                  <a:tcPr anchor="ctr"/>
                </a:tc>
                <a:extLst>
                  <a:ext uri="{0D108BD9-81ED-4DB2-BD59-A6C34878D82A}">
                    <a16:rowId xmlns:a16="http://schemas.microsoft.com/office/drawing/2014/main" val="1170501336"/>
                  </a:ext>
                </a:extLst>
              </a:tr>
            </a:tbl>
          </a:graphicData>
        </a:graphic>
      </p:graphicFrame>
    </p:spTree>
    <p:extLst>
      <p:ext uri="{BB962C8B-B14F-4D97-AF65-F5344CB8AC3E}">
        <p14:creationId xmlns:p14="http://schemas.microsoft.com/office/powerpoint/2010/main" val="1846350793"/>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767" y="559723"/>
            <a:ext cx="8596668" cy="1320800"/>
          </a:xfrm>
        </p:spPr>
        <p:txBody>
          <a:bodyPr/>
          <a:lstStyle/>
          <a:p>
            <a:r>
              <a:rPr lang="az-Latn-AZ" dirty="0" smtClean="0">
                <a:solidFill>
                  <a:srgbClr val="FF0000"/>
                </a:solidFill>
              </a:rPr>
              <a:t>IX siniflər üzrə keyfiyyət və müvəffəqiyyət faizi</a:t>
            </a:r>
            <a:endParaRPr lang="en-US" dirty="0">
              <a:solidFill>
                <a:srgbClr val="FF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66382603"/>
              </p:ext>
            </p:extLst>
          </p:nvPr>
        </p:nvGraphicFramePr>
        <p:xfrm>
          <a:off x="777615" y="2135651"/>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397875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923572729"/>
              </p:ext>
            </p:extLst>
          </p:nvPr>
        </p:nvGraphicFramePr>
        <p:xfrm>
          <a:off x="927462" y="1240212"/>
          <a:ext cx="3944983" cy="2226704"/>
        </p:xfrm>
        <a:graphic>
          <a:graphicData uri="http://schemas.openxmlformats.org/drawingml/2006/table">
            <a:tbl>
              <a:tblPr>
                <a:tableStyleId>{5C22544A-7EE6-4342-B048-85BDC9FD1C3A}</a:tableStyleId>
              </a:tblPr>
              <a:tblGrid>
                <a:gridCol w="954955">
                  <a:extLst>
                    <a:ext uri="{9D8B030D-6E8A-4147-A177-3AD203B41FA5}">
                      <a16:colId xmlns:a16="http://schemas.microsoft.com/office/drawing/2014/main" val="3879649359"/>
                    </a:ext>
                  </a:extLst>
                </a:gridCol>
                <a:gridCol w="1030599">
                  <a:extLst>
                    <a:ext uri="{9D8B030D-6E8A-4147-A177-3AD203B41FA5}">
                      <a16:colId xmlns:a16="http://schemas.microsoft.com/office/drawing/2014/main" val="1899942377"/>
                    </a:ext>
                  </a:extLst>
                </a:gridCol>
                <a:gridCol w="1156577">
                  <a:extLst>
                    <a:ext uri="{9D8B030D-6E8A-4147-A177-3AD203B41FA5}">
                      <a16:colId xmlns:a16="http://schemas.microsoft.com/office/drawing/2014/main" val="304690767"/>
                    </a:ext>
                  </a:extLst>
                </a:gridCol>
                <a:gridCol w="802852">
                  <a:extLst>
                    <a:ext uri="{9D8B030D-6E8A-4147-A177-3AD203B41FA5}">
                      <a16:colId xmlns:a16="http://schemas.microsoft.com/office/drawing/2014/main" val="1924009665"/>
                    </a:ext>
                  </a:extLst>
                </a:gridCol>
              </a:tblGrid>
              <a:tr h="502958">
                <a:tc>
                  <a:txBody>
                    <a:bodyPr/>
                    <a:lstStyle/>
                    <a:p>
                      <a:pPr algn="l" fontAlgn="b"/>
                      <a:r>
                        <a:rPr lang="en-US" sz="1600" u="none" strike="noStrike" dirty="0" err="1">
                          <a:effectLst/>
                        </a:rPr>
                        <a:t>Ballar</a:t>
                      </a:r>
                      <a:endParaRPr lang="en-US"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r>
                        <a:rPr lang="az-Latn-AZ" sz="1600" b="0" i="0" u="none" strike="noStrike" dirty="0" smtClean="0">
                          <a:solidFill>
                            <a:schemeClr val="dk1"/>
                          </a:solidFill>
                          <a:effectLst/>
                          <a:latin typeface="+mn-lt"/>
                        </a:rPr>
                        <a:t>Tədris</a:t>
                      </a:r>
                      <a:r>
                        <a:rPr lang="az-Latn-AZ" sz="1600" b="0" i="0" u="none" strike="noStrike" baseline="0" dirty="0" smtClean="0">
                          <a:solidFill>
                            <a:schemeClr val="dk1"/>
                          </a:solidFill>
                          <a:effectLst/>
                          <a:latin typeface="+mn-lt"/>
                        </a:rPr>
                        <a:t> dili</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l" fontAlgn="b"/>
                      <a:r>
                        <a:rPr lang="en-US" sz="1600" u="none" strike="noStrike" dirty="0" err="1">
                          <a:effectLst/>
                        </a:rPr>
                        <a:t>Riyaziyyat</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0000"/>
                    </a:solidFill>
                  </a:tcPr>
                </a:tc>
                <a:tc>
                  <a:txBody>
                    <a:bodyPr/>
                    <a:lstStyle/>
                    <a:p>
                      <a:pPr algn="ctr" fontAlgn="b"/>
                      <a:r>
                        <a:rPr lang="az-Latn-AZ" sz="1600" u="none" strike="noStrike" dirty="0" smtClean="0">
                          <a:effectLst/>
                        </a:rPr>
                        <a:t>İngilis</a:t>
                      </a:r>
                      <a:r>
                        <a:rPr lang="en-US" sz="1600" u="none" strike="noStrike" dirty="0" smtClean="0">
                          <a:effectLst/>
                        </a:rPr>
                        <a:t> </a:t>
                      </a:r>
                      <a:r>
                        <a:rPr lang="en-US" sz="1600" u="none" strike="noStrike" dirty="0" err="1">
                          <a:effectLst/>
                        </a:rPr>
                        <a:t>dili</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00B0F0"/>
                    </a:solidFill>
                  </a:tcPr>
                </a:tc>
                <a:extLst>
                  <a:ext uri="{0D108BD9-81ED-4DB2-BD59-A6C34878D82A}">
                    <a16:rowId xmlns:a16="http://schemas.microsoft.com/office/drawing/2014/main" val="4156667841"/>
                  </a:ext>
                </a:extLst>
              </a:tr>
              <a:tr h="426923">
                <a:tc>
                  <a:txBody>
                    <a:bodyPr/>
                    <a:lstStyle/>
                    <a:p>
                      <a:pPr algn="l" fontAlgn="b"/>
                      <a:r>
                        <a:rPr lang="en-US" sz="1600" u="none" strike="noStrike">
                          <a:effectLst/>
                        </a:rPr>
                        <a:t>0-30</a:t>
                      </a:r>
                      <a:endParaRPr lang="en-US"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600" u="none" strike="noStrike" dirty="0">
                          <a:effectLst/>
                        </a:rPr>
                        <a:t>24</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0000"/>
                    </a:solidFill>
                  </a:tcPr>
                </a:tc>
                <a:tc>
                  <a:txBody>
                    <a:bodyPr/>
                    <a:lstStyle/>
                    <a:p>
                      <a:pPr algn="ctr" fontAlgn="b"/>
                      <a:r>
                        <a:rPr lang="en-US" sz="1600" u="none" strike="noStrike" dirty="0">
                          <a:effectLst/>
                        </a:rPr>
                        <a:t>68</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00B0F0"/>
                    </a:solidFill>
                  </a:tcPr>
                </a:tc>
                <a:extLst>
                  <a:ext uri="{0D108BD9-81ED-4DB2-BD59-A6C34878D82A}">
                    <a16:rowId xmlns:a16="http://schemas.microsoft.com/office/drawing/2014/main" val="3924509620"/>
                  </a:ext>
                </a:extLst>
              </a:tr>
              <a:tr h="422359">
                <a:tc>
                  <a:txBody>
                    <a:bodyPr/>
                    <a:lstStyle/>
                    <a:p>
                      <a:pPr algn="l" fontAlgn="b"/>
                      <a:r>
                        <a:rPr lang="en-US" sz="1600" u="none" strike="noStrike">
                          <a:effectLst/>
                        </a:rPr>
                        <a:t>30-60</a:t>
                      </a:r>
                      <a:endParaRPr lang="en-US"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600" u="none" strike="noStrike" dirty="0">
                          <a:effectLst/>
                        </a:rPr>
                        <a:t>54</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n-US" sz="1600" u="none" strike="noStrike" dirty="0">
                          <a:effectLst/>
                        </a:rPr>
                        <a:t>86</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0000"/>
                    </a:solidFill>
                  </a:tcPr>
                </a:tc>
                <a:tc>
                  <a:txBody>
                    <a:bodyPr/>
                    <a:lstStyle/>
                    <a:p>
                      <a:pPr algn="ctr" fontAlgn="b"/>
                      <a:r>
                        <a:rPr lang="en-US" sz="1600" u="none" strike="noStrike" dirty="0">
                          <a:effectLst/>
                        </a:rPr>
                        <a:t>46</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00B0F0"/>
                    </a:solidFill>
                  </a:tcPr>
                </a:tc>
                <a:extLst>
                  <a:ext uri="{0D108BD9-81ED-4DB2-BD59-A6C34878D82A}">
                    <a16:rowId xmlns:a16="http://schemas.microsoft.com/office/drawing/2014/main" val="549241589"/>
                  </a:ext>
                </a:extLst>
              </a:tr>
              <a:tr h="353867">
                <a:tc>
                  <a:txBody>
                    <a:bodyPr/>
                    <a:lstStyle/>
                    <a:p>
                      <a:pPr algn="l" fontAlgn="b"/>
                      <a:r>
                        <a:rPr lang="en-US" sz="1600" u="none" strike="noStrike" dirty="0">
                          <a:effectLst/>
                        </a:rPr>
                        <a:t>60-80</a:t>
                      </a:r>
                      <a:endParaRPr lang="en-US"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600" u="none" strike="noStrike" dirty="0">
                          <a:effectLst/>
                        </a:rPr>
                        <a:t>46</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n-US" sz="1600" u="none" strike="noStrike" dirty="0">
                          <a:effectLst/>
                        </a:rPr>
                        <a:t>24</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0000"/>
                    </a:solidFill>
                  </a:tcPr>
                </a:tc>
                <a:tc>
                  <a:txBody>
                    <a:bodyPr/>
                    <a:lstStyle/>
                    <a:p>
                      <a:pPr algn="ctr" fontAlgn="b"/>
                      <a:r>
                        <a:rPr lang="en-US" sz="1600" u="none" strike="noStrike" dirty="0">
                          <a:effectLst/>
                        </a:rPr>
                        <a:t>14</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00B0F0"/>
                    </a:solidFill>
                  </a:tcPr>
                </a:tc>
                <a:extLst>
                  <a:ext uri="{0D108BD9-81ED-4DB2-BD59-A6C34878D82A}">
                    <a16:rowId xmlns:a16="http://schemas.microsoft.com/office/drawing/2014/main" val="4076957756"/>
                  </a:ext>
                </a:extLst>
              </a:tr>
              <a:tr h="520597">
                <a:tc>
                  <a:txBody>
                    <a:bodyPr/>
                    <a:lstStyle/>
                    <a:p>
                      <a:pPr algn="l" fontAlgn="b"/>
                      <a:r>
                        <a:rPr lang="en-US" sz="1600" u="none" strike="noStrike">
                          <a:effectLst/>
                        </a:rPr>
                        <a:t>80-100</a:t>
                      </a:r>
                      <a:endParaRPr lang="en-US"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600" u="none" strike="noStrike" dirty="0">
                          <a:effectLst/>
                        </a:rPr>
                        <a:t>7</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n-US" sz="1600" u="none" strike="noStrike" dirty="0">
                          <a:effectLst/>
                        </a:rPr>
                        <a:t>21</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FF0000"/>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ctr">
                    <a:solidFill>
                      <a:srgbClr val="00B0F0"/>
                    </a:solidFill>
                  </a:tcPr>
                </a:tc>
                <a:extLst>
                  <a:ext uri="{0D108BD9-81ED-4DB2-BD59-A6C34878D82A}">
                    <a16:rowId xmlns:a16="http://schemas.microsoft.com/office/drawing/2014/main" val="3585210665"/>
                  </a:ext>
                </a:extLst>
              </a:tr>
            </a:tbl>
          </a:graphicData>
        </a:graphic>
      </p:graphicFrame>
      <p:sp>
        <p:nvSpPr>
          <p:cNvPr id="4" name="TextBox 3"/>
          <p:cNvSpPr txBox="1"/>
          <p:nvPr/>
        </p:nvSpPr>
        <p:spPr>
          <a:xfrm>
            <a:off x="410429" y="343384"/>
            <a:ext cx="9705702" cy="830997"/>
          </a:xfrm>
          <a:prstGeom prst="rect">
            <a:avLst/>
          </a:prstGeom>
          <a:noFill/>
        </p:spPr>
        <p:txBody>
          <a:bodyPr wrap="square" rtlCol="0">
            <a:spAutoFit/>
          </a:bodyPr>
          <a:lstStyle/>
          <a:p>
            <a:r>
              <a:rPr lang="az-Latn-AZ" sz="2400" b="1" dirty="0" smtClean="0">
                <a:solidFill>
                  <a:srgbClr val="FF0000"/>
                </a:solidFill>
              </a:rPr>
              <a:t>IX siniflər üzrə 2019-2020 və 2020-2021-ci il buraxılış imtahanlarının nəticələri</a:t>
            </a:r>
            <a:endParaRPr lang="en-US" sz="2400" b="1" dirty="0">
              <a:solidFill>
                <a:srgbClr val="FF0000"/>
              </a:solidFill>
            </a:endParaRPr>
          </a:p>
        </p:txBody>
      </p:sp>
      <p:graphicFrame>
        <p:nvGraphicFramePr>
          <p:cNvPr id="5" name="Диаграмма 4"/>
          <p:cNvGraphicFramePr>
            <a:graphicFrameLocks/>
          </p:cNvGraphicFramePr>
          <p:nvPr>
            <p:extLst>
              <p:ext uri="{D42A27DB-BD31-4B8C-83A1-F6EECF244321}">
                <p14:modId xmlns:p14="http://schemas.microsoft.com/office/powerpoint/2010/main" val="3521862939"/>
              </p:ext>
            </p:extLst>
          </p:nvPr>
        </p:nvGraphicFramePr>
        <p:xfrm>
          <a:off x="5139709" y="117438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34568627"/>
              </p:ext>
            </p:extLst>
          </p:nvPr>
        </p:nvGraphicFramePr>
        <p:xfrm>
          <a:off x="953588" y="3879668"/>
          <a:ext cx="3918857" cy="236902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1465505182"/>
                    </a:ext>
                  </a:extLst>
                </a:gridCol>
                <a:gridCol w="992869">
                  <a:extLst>
                    <a:ext uri="{9D8B030D-6E8A-4147-A177-3AD203B41FA5}">
                      <a16:colId xmlns:a16="http://schemas.microsoft.com/office/drawing/2014/main" val="2049410133"/>
                    </a:ext>
                  </a:extLst>
                </a:gridCol>
                <a:gridCol w="1201691">
                  <a:extLst>
                    <a:ext uri="{9D8B030D-6E8A-4147-A177-3AD203B41FA5}">
                      <a16:colId xmlns:a16="http://schemas.microsoft.com/office/drawing/2014/main" val="3408907946"/>
                    </a:ext>
                  </a:extLst>
                </a:gridCol>
                <a:gridCol w="809897">
                  <a:extLst>
                    <a:ext uri="{9D8B030D-6E8A-4147-A177-3AD203B41FA5}">
                      <a16:colId xmlns:a16="http://schemas.microsoft.com/office/drawing/2014/main" val="1804242879"/>
                    </a:ext>
                  </a:extLst>
                </a:gridCol>
              </a:tblGrid>
              <a:tr h="298209">
                <a:tc>
                  <a:txBody>
                    <a:bodyPr/>
                    <a:lstStyle/>
                    <a:p>
                      <a:pPr algn="ctr" fontAlgn="b"/>
                      <a:r>
                        <a:rPr lang="en-US" sz="1600" u="none" strike="noStrike" dirty="0" err="1">
                          <a:effectLst/>
                        </a:rPr>
                        <a:t>Ballar</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bg1">
                        <a:lumMod val="85000"/>
                      </a:schemeClr>
                    </a:solidFill>
                  </a:tcPr>
                </a:tc>
                <a:tc>
                  <a:txBody>
                    <a:bodyPr/>
                    <a:lstStyle/>
                    <a:p>
                      <a:pPr algn="ctr" fontAlgn="b"/>
                      <a:r>
                        <a:rPr lang="az-Latn-AZ" sz="1600" u="none" strike="noStrike" dirty="0" smtClean="0">
                          <a:effectLst/>
                        </a:rPr>
                        <a:t>Tədris</a:t>
                      </a:r>
                      <a:r>
                        <a:rPr lang="az-Latn-AZ" sz="1600" u="none" strike="noStrike" baseline="0" dirty="0" smtClean="0">
                          <a:effectLst/>
                        </a:rPr>
                        <a:t> </a:t>
                      </a:r>
                      <a:r>
                        <a:rPr lang="en-US" sz="1600" u="none" strike="noStrike" dirty="0" err="1" smtClean="0">
                          <a:effectLst/>
                        </a:rPr>
                        <a:t>dili</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err="1">
                          <a:effectLst/>
                        </a:rPr>
                        <a:t>Riyaziyyat</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0000"/>
                    </a:solidFill>
                  </a:tcPr>
                </a:tc>
                <a:tc>
                  <a:txBody>
                    <a:bodyPr/>
                    <a:lstStyle/>
                    <a:p>
                      <a:pPr algn="ctr" fontAlgn="b"/>
                      <a:r>
                        <a:rPr lang="en-US" sz="1600" u="none" strike="noStrike" dirty="0" err="1">
                          <a:effectLst/>
                        </a:rPr>
                        <a:t>Rus</a:t>
                      </a:r>
                      <a:r>
                        <a:rPr lang="en-US" sz="1600" u="none" strike="noStrike" dirty="0">
                          <a:effectLst/>
                        </a:rPr>
                        <a:t> </a:t>
                      </a:r>
                      <a:r>
                        <a:rPr lang="en-US" sz="1600" u="none" strike="noStrike" dirty="0" err="1">
                          <a:effectLst/>
                        </a:rPr>
                        <a:t>dili</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00B0F0"/>
                    </a:solidFill>
                  </a:tcPr>
                </a:tc>
                <a:extLst>
                  <a:ext uri="{0D108BD9-81ED-4DB2-BD59-A6C34878D82A}">
                    <a16:rowId xmlns:a16="http://schemas.microsoft.com/office/drawing/2014/main" val="480747602"/>
                  </a:ext>
                </a:extLst>
              </a:tr>
              <a:tr h="511686">
                <a:tc>
                  <a:txBody>
                    <a:bodyPr/>
                    <a:lstStyle/>
                    <a:p>
                      <a:pPr algn="ctr" fontAlgn="b"/>
                      <a:r>
                        <a:rPr lang="en-US" sz="1600" u="none" strike="noStrike" dirty="0">
                          <a:effectLst/>
                        </a:rPr>
                        <a:t>0-30</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bg1">
                        <a:lumMod val="85000"/>
                      </a:schemeClr>
                    </a:solidFill>
                  </a:tcPr>
                </a:tc>
                <a:tc>
                  <a:txBody>
                    <a:bodyPr/>
                    <a:lstStyle/>
                    <a:p>
                      <a:pPr algn="ctr" fontAlgn="b"/>
                      <a:r>
                        <a:rPr lang="en-US" sz="1600" u="none" strike="noStrike" dirty="0">
                          <a:effectLst/>
                        </a:rPr>
                        <a:t>46</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64</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0000"/>
                    </a:solidFill>
                  </a:tcPr>
                </a:tc>
                <a:tc>
                  <a:txBody>
                    <a:bodyPr/>
                    <a:lstStyle/>
                    <a:p>
                      <a:pPr algn="ctr" fontAlgn="b"/>
                      <a:r>
                        <a:rPr lang="en-US" sz="1600" u="none" strike="noStrike" dirty="0">
                          <a:effectLst/>
                        </a:rPr>
                        <a:t>84</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00B0F0"/>
                    </a:solidFill>
                  </a:tcPr>
                </a:tc>
                <a:extLst>
                  <a:ext uri="{0D108BD9-81ED-4DB2-BD59-A6C34878D82A}">
                    <a16:rowId xmlns:a16="http://schemas.microsoft.com/office/drawing/2014/main" val="3674238855"/>
                  </a:ext>
                </a:extLst>
              </a:tr>
              <a:tr h="537047">
                <a:tc>
                  <a:txBody>
                    <a:bodyPr/>
                    <a:lstStyle/>
                    <a:p>
                      <a:pPr algn="ctr" fontAlgn="b"/>
                      <a:r>
                        <a:rPr lang="en-US" sz="1600" u="none" strike="noStrike" dirty="0">
                          <a:effectLst/>
                        </a:rPr>
                        <a:t>30-60</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bg1">
                        <a:lumMod val="85000"/>
                      </a:schemeClr>
                    </a:solidFill>
                  </a:tcPr>
                </a:tc>
                <a:tc>
                  <a:txBody>
                    <a:bodyPr/>
                    <a:lstStyle/>
                    <a:p>
                      <a:pPr algn="ctr" fontAlgn="b"/>
                      <a:r>
                        <a:rPr lang="en-US" sz="1600" u="none" strike="noStrike" dirty="0">
                          <a:effectLst/>
                        </a:rPr>
                        <a:t>57</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49</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0000"/>
                    </a:solidFill>
                  </a:tcPr>
                </a:tc>
                <a:tc>
                  <a:txBody>
                    <a:bodyPr/>
                    <a:lstStyle/>
                    <a:p>
                      <a:pPr algn="ctr" fontAlgn="b"/>
                      <a:r>
                        <a:rPr lang="en-US" sz="1600" u="none" strike="noStrike" dirty="0">
                          <a:effectLst/>
                        </a:rPr>
                        <a:t>45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00B0F0"/>
                    </a:solidFill>
                  </a:tcPr>
                </a:tc>
                <a:extLst>
                  <a:ext uri="{0D108BD9-81ED-4DB2-BD59-A6C34878D82A}">
                    <a16:rowId xmlns:a16="http://schemas.microsoft.com/office/drawing/2014/main" val="52990000"/>
                  </a:ext>
                </a:extLst>
              </a:tr>
              <a:tr h="486567">
                <a:tc>
                  <a:txBody>
                    <a:bodyPr/>
                    <a:lstStyle/>
                    <a:p>
                      <a:pPr algn="ctr" fontAlgn="b"/>
                      <a:r>
                        <a:rPr lang="en-US" sz="1600" u="none" strike="noStrike" dirty="0">
                          <a:effectLst/>
                        </a:rPr>
                        <a:t>60-80</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bg1">
                        <a:lumMod val="85000"/>
                      </a:schemeClr>
                    </a:solidFill>
                  </a:tcPr>
                </a:tc>
                <a:tc>
                  <a:txBody>
                    <a:bodyPr/>
                    <a:lstStyle/>
                    <a:p>
                      <a:pPr algn="ctr" fontAlgn="b"/>
                      <a:r>
                        <a:rPr lang="en-US" sz="1600" u="none" strike="noStrike" dirty="0">
                          <a:effectLst/>
                        </a:rPr>
                        <a:t>35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19</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0000"/>
                    </a:solidFill>
                  </a:tcPr>
                </a:tc>
                <a:tc>
                  <a:txBody>
                    <a:bodyPr/>
                    <a:lstStyle/>
                    <a:p>
                      <a:pPr algn="ctr" fontAlgn="b"/>
                      <a:r>
                        <a:rPr lang="en-US" sz="1600" u="none" strike="noStrike" dirty="0">
                          <a:effectLst/>
                        </a:rPr>
                        <a:t>11</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00B0F0"/>
                    </a:solidFill>
                  </a:tcPr>
                </a:tc>
                <a:extLst>
                  <a:ext uri="{0D108BD9-81ED-4DB2-BD59-A6C34878D82A}">
                    <a16:rowId xmlns:a16="http://schemas.microsoft.com/office/drawing/2014/main" val="740343133"/>
                  </a:ext>
                </a:extLst>
              </a:tr>
              <a:tr h="535517">
                <a:tc>
                  <a:txBody>
                    <a:bodyPr/>
                    <a:lstStyle/>
                    <a:p>
                      <a:pPr algn="ctr" fontAlgn="b"/>
                      <a:r>
                        <a:rPr lang="en-US" sz="1600" u="none" strike="noStrike" dirty="0">
                          <a:effectLst/>
                        </a:rPr>
                        <a:t>80-100</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bg1">
                        <a:lumMod val="85000"/>
                      </a:schemeClr>
                    </a:solid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10</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00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00B0F0"/>
                    </a:solidFill>
                  </a:tcPr>
                </a:tc>
                <a:extLst>
                  <a:ext uri="{0D108BD9-81ED-4DB2-BD59-A6C34878D82A}">
                    <a16:rowId xmlns:a16="http://schemas.microsoft.com/office/drawing/2014/main" val="4278857861"/>
                  </a:ext>
                </a:extLst>
              </a:tr>
            </a:tbl>
          </a:graphicData>
        </a:graphic>
      </p:graphicFrame>
      <p:graphicFrame>
        <p:nvGraphicFramePr>
          <p:cNvPr id="7" name="Chart 6"/>
          <p:cNvGraphicFramePr>
            <a:graphicFrameLocks/>
          </p:cNvGraphicFramePr>
          <p:nvPr>
            <p:extLst>
              <p:ext uri="{D42A27DB-BD31-4B8C-83A1-F6EECF244321}">
                <p14:modId xmlns:p14="http://schemas.microsoft.com/office/powerpoint/2010/main" val="3677550547"/>
              </p:ext>
            </p:extLst>
          </p:nvPr>
        </p:nvGraphicFramePr>
        <p:xfrm>
          <a:off x="5263280" y="3890179"/>
          <a:ext cx="4448429" cy="265829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1142231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3835" y="509452"/>
            <a:ext cx="9240611" cy="830997"/>
          </a:xfrm>
          <a:prstGeom prst="rect">
            <a:avLst/>
          </a:prstGeom>
          <a:noFill/>
        </p:spPr>
        <p:txBody>
          <a:bodyPr wrap="square" rtlCol="0">
            <a:spAutoFit/>
          </a:bodyPr>
          <a:lstStyle/>
          <a:p>
            <a:r>
              <a:rPr lang="az-Latn-AZ" sz="2400" b="1" dirty="0" smtClean="0">
                <a:solidFill>
                  <a:srgbClr val="FF0000"/>
                </a:solidFill>
              </a:rPr>
              <a:t>IX Siniflərdə aparılan monitorinq nəticələri ilə buraxılış imtahanı nəticələrinin müqayisəli təhlili</a:t>
            </a:r>
            <a:endParaRPr lang="en-US" sz="2400" b="1" dirty="0">
              <a:solidFill>
                <a:srgbClr val="FF0000"/>
              </a:solidFill>
            </a:endParaRPr>
          </a:p>
        </p:txBody>
      </p:sp>
      <p:graphicFrame>
        <p:nvGraphicFramePr>
          <p:cNvPr id="4" name="Таблица 3"/>
          <p:cNvGraphicFramePr>
            <a:graphicFrameLocks noGrp="1"/>
          </p:cNvGraphicFramePr>
          <p:nvPr>
            <p:extLst>
              <p:ext uri="{D42A27DB-BD31-4B8C-83A1-F6EECF244321}">
                <p14:modId xmlns:p14="http://schemas.microsoft.com/office/powerpoint/2010/main" val="1978886314"/>
              </p:ext>
            </p:extLst>
          </p:nvPr>
        </p:nvGraphicFramePr>
        <p:xfrm>
          <a:off x="235132" y="1586737"/>
          <a:ext cx="4153990" cy="3606349"/>
        </p:xfrm>
        <a:graphic>
          <a:graphicData uri="http://schemas.openxmlformats.org/drawingml/2006/table">
            <a:tbl>
              <a:tblPr>
                <a:tableStyleId>{5C22544A-7EE6-4342-B048-85BDC9FD1C3A}</a:tableStyleId>
              </a:tblPr>
              <a:tblGrid>
                <a:gridCol w="1357265">
                  <a:extLst>
                    <a:ext uri="{9D8B030D-6E8A-4147-A177-3AD203B41FA5}">
                      <a16:colId xmlns:a16="http://schemas.microsoft.com/office/drawing/2014/main" val="105522575"/>
                    </a:ext>
                  </a:extLst>
                </a:gridCol>
                <a:gridCol w="771008">
                  <a:extLst>
                    <a:ext uri="{9D8B030D-6E8A-4147-A177-3AD203B41FA5}">
                      <a16:colId xmlns:a16="http://schemas.microsoft.com/office/drawing/2014/main" val="2158712887"/>
                    </a:ext>
                  </a:extLst>
                </a:gridCol>
                <a:gridCol w="1103925">
                  <a:extLst>
                    <a:ext uri="{9D8B030D-6E8A-4147-A177-3AD203B41FA5}">
                      <a16:colId xmlns:a16="http://schemas.microsoft.com/office/drawing/2014/main" val="2510650968"/>
                    </a:ext>
                  </a:extLst>
                </a:gridCol>
                <a:gridCol w="921792">
                  <a:extLst>
                    <a:ext uri="{9D8B030D-6E8A-4147-A177-3AD203B41FA5}">
                      <a16:colId xmlns:a16="http://schemas.microsoft.com/office/drawing/2014/main" val="1945076612"/>
                    </a:ext>
                  </a:extLst>
                </a:gridCol>
              </a:tblGrid>
              <a:tr h="477010">
                <a:tc>
                  <a:txBody>
                    <a:bodyPr/>
                    <a:lstStyle/>
                    <a:p>
                      <a:pPr algn="ctr" rtl="0" fontAlgn="t"/>
                      <a:r>
                        <a:rPr lang="az-Latn-AZ" sz="1600" u="none" strike="noStrike" dirty="0">
                          <a:effectLst/>
                        </a:rPr>
                        <a:t>Orta bal</a:t>
                      </a:r>
                      <a:endParaRPr lang="az-Latn-AZ" sz="1600" b="0"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ctr" rtl="0" fontAlgn="t"/>
                      <a:r>
                        <a:rPr lang="az-Latn-AZ" sz="1600" u="none" strike="noStrike">
                          <a:effectLst/>
                        </a:rPr>
                        <a:t>Tədris dili</a:t>
                      </a:r>
                      <a:endParaRPr lang="az-Latn-AZ" sz="1600" b="0" i="0" u="none" strike="noStrike">
                        <a:solidFill>
                          <a:srgbClr val="000000"/>
                        </a:solidFill>
                        <a:effectLst/>
                        <a:latin typeface="Trebuchet MS" panose="020B0603020202020204" pitchFamily="34" charset="0"/>
                      </a:endParaRPr>
                    </a:p>
                  </a:txBody>
                  <a:tcPr marL="9525" marR="9525" marT="9525" marB="0" anchor="ctr"/>
                </a:tc>
                <a:tc>
                  <a:txBody>
                    <a:bodyPr/>
                    <a:lstStyle/>
                    <a:p>
                      <a:pPr algn="ctr" rtl="0" fontAlgn="t"/>
                      <a:r>
                        <a:rPr lang="az-Latn-AZ" sz="1600" u="none" strike="noStrike">
                          <a:effectLst/>
                        </a:rPr>
                        <a:t>Riyaziyyat</a:t>
                      </a:r>
                      <a:endParaRPr lang="az-Latn-AZ" sz="1600" b="0" i="0" u="none" strike="noStrike">
                        <a:solidFill>
                          <a:srgbClr val="000000"/>
                        </a:solidFill>
                        <a:effectLst/>
                        <a:latin typeface="Trebuchet MS" panose="020B0603020202020204" pitchFamily="34" charset="0"/>
                      </a:endParaRPr>
                    </a:p>
                  </a:txBody>
                  <a:tcPr marL="9525" marR="9525" marT="9525" marB="0" anchor="ctr"/>
                </a:tc>
                <a:tc>
                  <a:txBody>
                    <a:bodyPr/>
                    <a:lstStyle/>
                    <a:p>
                      <a:pPr algn="ctr" rtl="0" fontAlgn="t"/>
                      <a:r>
                        <a:rPr lang="az-Latn-AZ" sz="1600" u="none" strike="noStrike">
                          <a:effectLst/>
                        </a:rPr>
                        <a:t>Rus dili</a:t>
                      </a:r>
                      <a:endParaRPr lang="az-Latn-AZ" sz="1600" b="0" i="0" u="none" strike="noStrike">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2993210239"/>
                  </a:ext>
                </a:extLst>
              </a:tr>
              <a:tr h="657546">
                <a:tc>
                  <a:txBody>
                    <a:bodyPr/>
                    <a:lstStyle/>
                    <a:p>
                      <a:pPr algn="ctr" rtl="0" fontAlgn="t"/>
                      <a:r>
                        <a:rPr lang="az-Latn-AZ" sz="1600" u="none" strike="noStrike" dirty="0">
                          <a:effectLst/>
                        </a:rPr>
                        <a:t>Məktəb monitorinqi</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FF00"/>
                    </a:solidFill>
                  </a:tcPr>
                </a:tc>
                <a:tc>
                  <a:txBody>
                    <a:bodyPr/>
                    <a:lstStyle/>
                    <a:p>
                      <a:pPr algn="ctr" rtl="0" fontAlgn="t"/>
                      <a:r>
                        <a:rPr lang="az-Latn-AZ" sz="1600" u="none" strike="noStrike" dirty="0">
                          <a:effectLst/>
                        </a:rPr>
                        <a:t>38,89</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FF00"/>
                    </a:solidFill>
                  </a:tcPr>
                </a:tc>
                <a:tc>
                  <a:txBody>
                    <a:bodyPr/>
                    <a:lstStyle/>
                    <a:p>
                      <a:pPr algn="ctr" rtl="0" fontAlgn="t"/>
                      <a:r>
                        <a:rPr lang="az-Latn-AZ" sz="1600" u="none" strike="noStrike" dirty="0">
                          <a:effectLst/>
                        </a:rPr>
                        <a:t>49,48</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FF00"/>
                    </a:solidFill>
                  </a:tcPr>
                </a:tc>
                <a:tc>
                  <a:txBody>
                    <a:bodyPr/>
                    <a:lstStyle/>
                    <a:p>
                      <a:pPr algn="ctr" rtl="0" fontAlgn="t"/>
                      <a:r>
                        <a:rPr lang="az-Latn-AZ" sz="1600" u="none" strike="noStrike" dirty="0">
                          <a:effectLst/>
                        </a:rPr>
                        <a:t>48,47</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FF00"/>
                    </a:solidFill>
                  </a:tcPr>
                </a:tc>
                <a:extLst>
                  <a:ext uri="{0D108BD9-81ED-4DB2-BD59-A6C34878D82A}">
                    <a16:rowId xmlns:a16="http://schemas.microsoft.com/office/drawing/2014/main" val="3322926121"/>
                  </a:ext>
                </a:extLst>
              </a:tr>
              <a:tr h="631698">
                <a:tc>
                  <a:txBody>
                    <a:bodyPr/>
                    <a:lstStyle/>
                    <a:p>
                      <a:pPr algn="ctr" rtl="0" fontAlgn="t"/>
                      <a:r>
                        <a:rPr lang="az-Latn-AZ" sz="1600" u="none" strike="noStrike" dirty="0">
                          <a:effectLst/>
                        </a:rPr>
                        <a:t>BŞTİ-nin monitorinqi</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0000"/>
                    </a:solidFill>
                  </a:tcPr>
                </a:tc>
                <a:tc>
                  <a:txBody>
                    <a:bodyPr/>
                    <a:lstStyle/>
                    <a:p>
                      <a:pPr algn="ctr" rtl="0" fontAlgn="t"/>
                      <a:r>
                        <a:rPr lang="az-Latn-AZ" sz="1600" u="none" strike="noStrike" dirty="0">
                          <a:effectLst/>
                        </a:rPr>
                        <a:t>53,23</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0000"/>
                    </a:solidFill>
                  </a:tcPr>
                </a:tc>
                <a:tc>
                  <a:txBody>
                    <a:bodyPr/>
                    <a:lstStyle/>
                    <a:p>
                      <a:pPr algn="ctr" rtl="0" fontAlgn="t"/>
                      <a:r>
                        <a:rPr lang="az-Latn-AZ" sz="1600" u="none" strike="noStrike" dirty="0">
                          <a:effectLst/>
                        </a:rPr>
                        <a:t>50,86</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0000"/>
                    </a:solidFill>
                  </a:tcPr>
                </a:tc>
                <a:tc>
                  <a:txBody>
                    <a:bodyPr/>
                    <a:lstStyle/>
                    <a:p>
                      <a:pPr algn="ctr" rtl="0" fontAlgn="t"/>
                      <a:r>
                        <a:rPr lang="az-Latn-AZ" sz="1600" u="none" strike="noStrike" dirty="0">
                          <a:effectLst/>
                        </a:rPr>
                        <a:t> </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FF0000"/>
                    </a:solidFill>
                  </a:tcPr>
                </a:tc>
                <a:extLst>
                  <a:ext uri="{0D108BD9-81ED-4DB2-BD59-A6C34878D82A}">
                    <a16:rowId xmlns:a16="http://schemas.microsoft.com/office/drawing/2014/main" val="1018715996"/>
                  </a:ext>
                </a:extLst>
              </a:tr>
              <a:tr h="1022564">
                <a:tc>
                  <a:txBody>
                    <a:bodyPr/>
                    <a:lstStyle/>
                    <a:p>
                      <a:pPr algn="ctr" rtl="0" fontAlgn="t"/>
                      <a:r>
                        <a:rPr lang="az-Latn-AZ" sz="1600" u="none" strike="noStrike" dirty="0">
                          <a:effectLst/>
                        </a:rPr>
                        <a:t>Buraxılış imtahanlarının nəticələri </a:t>
                      </a:r>
                      <a:endParaRPr lang="az-Latn-AZ" sz="1600" u="none" strike="noStrike" dirty="0" smtClean="0">
                        <a:effectLst/>
                      </a:endParaRPr>
                    </a:p>
                    <a:p>
                      <a:pPr algn="ctr" rtl="0" fontAlgn="t"/>
                      <a:r>
                        <a:rPr lang="az-Latn-AZ" sz="1600" b="0" i="0" u="none" strike="noStrike" dirty="0" smtClean="0">
                          <a:solidFill>
                            <a:srgbClr val="000000"/>
                          </a:solidFill>
                          <a:effectLst/>
                          <a:latin typeface="Trebuchet MS" panose="020B0603020202020204" pitchFamily="34" charset="0"/>
                        </a:rPr>
                        <a:t>2020-2021</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00B0F0"/>
                    </a:solidFill>
                  </a:tcPr>
                </a:tc>
                <a:tc>
                  <a:txBody>
                    <a:bodyPr/>
                    <a:lstStyle/>
                    <a:p>
                      <a:pPr algn="ctr" rtl="0" fontAlgn="t"/>
                      <a:r>
                        <a:rPr lang="az-Latn-AZ" sz="1600" u="none" strike="noStrike" dirty="0" smtClean="0">
                          <a:effectLst/>
                        </a:rPr>
                        <a:t>43,81</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00B0F0"/>
                    </a:solidFill>
                  </a:tcPr>
                </a:tc>
                <a:tc>
                  <a:txBody>
                    <a:bodyPr/>
                    <a:lstStyle/>
                    <a:p>
                      <a:pPr algn="ctr" rtl="0" fontAlgn="t"/>
                      <a:r>
                        <a:rPr lang="az-Latn-AZ" sz="1600" u="none" strike="noStrike" dirty="0">
                          <a:effectLst/>
                        </a:rPr>
                        <a:t>39,01</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00B0F0"/>
                    </a:solidFill>
                  </a:tcPr>
                </a:tc>
                <a:tc>
                  <a:txBody>
                    <a:bodyPr/>
                    <a:lstStyle/>
                    <a:p>
                      <a:pPr algn="ctr" rtl="0" fontAlgn="t"/>
                      <a:r>
                        <a:rPr lang="az-Latn-AZ" sz="1600" u="none" strike="noStrike" dirty="0">
                          <a:effectLst/>
                        </a:rPr>
                        <a:t>32,58</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rgbClr val="00B0F0"/>
                    </a:solidFill>
                  </a:tcPr>
                </a:tc>
                <a:extLst>
                  <a:ext uri="{0D108BD9-81ED-4DB2-BD59-A6C34878D82A}">
                    <a16:rowId xmlns:a16="http://schemas.microsoft.com/office/drawing/2014/main" val="1694331456"/>
                  </a:ext>
                </a:extLst>
              </a:tr>
              <a:tr h="797336">
                <a:tc>
                  <a:txBody>
                    <a:bodyPr/>
                    <a:lstStyle/>
                    <a:p>
                      <a:pPr algn="ctr" rtl="0" fontAlgn="t"/>
                      <a:r>
                        <a:rPr lang="az-Latn-AZ" sz="1600" b="0" i="0" u="none" strike="noStrike" dirty="0" smtClean="0">
                          <a:solidFill>
                            <a:srgbClr val="000000"/>
                          </a:solidFill>
                          <a:effectLst/>
                          <a:latin typeface="Trebuchet MS" panose="020B0603020202020204" pitchFamily="34" charset="0"/>
                        </a:rPr>
                        <a:t>2019-2020</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chemeClr val="accent2">
                        <a:lumMod val="40000"/>
                        <a:lumOff val="60000"/>
                      </a:schemeClr>
                    </a:solidFill>
                  </a:tcPr>
                </a:tc>
                <a:tc>
                  <a:txBody>
                    <a:bodyPr/>
                    <a:lstStyle/>
                    <a:p>
                      <a:pPr algn="ctr" rtl="0" fontAlgn="t"/>
                      <a:r>
                        <a:rPr lang="az-Latn-AZ" sz="1600" b="0" i="0" u="none" strike="noStrike" dirty="0" smtClean="0">
                          <a:solidFill>
                            <a:srgbClr val="000000"/>
                          </a:solidFill>
                          <a:effectLst/>
                          <a:latin typeface="Trebuchet MS" panose="020B0603020202020204" pitchFamily="34" charset="0"/>
                        </a:rPr>
                        <a:t>52,81</a:t>
                      </a:r>
                    </a:p>
                  </a:txBody>
                  <a:tcPr marL="9525" marR="9525" marT="9525" marB="0" anchor="ctr">
                    <a:solidFill>
                      <a:schemeClr val="accent2">
                        <a:lumMod val="40000"/>
                        <a:lumOff val="60000"/>
                      </a:schemeClr>
                    </a:solidFill>
                  </a:tcPr>
                </a:tc>
                <a:tc>
                  <a:txBody>
                    <a:bodyPr/>
                    <a:lstStyle/>
                    <a:p>
                      <a:pPr algn="ctr" rtl="0" fontAlgn="t"/>
                      <a:r>
                        <a:rPr lang="az-Latn-AZ" sz="1600" b="0" i="0" u="none" strike="noStrike" dirty="0" smtClean="0">
                          <a:solidFill>
                            <a:srgbClr val="000000"/>
                          </a:solidFill>
                          <a:effectLst/>
                          <a:latin typeface="Trebuchet MS" panose="020B0603020202020204" pitchFamily="34" charset="0"/>
                        </a:rPr>
                        <a:t>49,97</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chemeClr val="accent2">
                        <a:lumMod val="40000"/>
                        <a:lumOff val="60000"/>
                      </a:schemeClr>
                    </a:solidFill>
                  </a:tcPr>
                </a:tc>
                <a:tc>
                  <a:txBody>
                    <a:bodyPr/>
                    <a:lstStyle/>
                    <a:p>
                      <a:pPr algn="ctr" rtl="0" fontAlgn="t"/>
                      <a:r>
                        <a:rPr lang="az-Latn-AZ" sz="1600" b="0" i="0" u="none" strike="noStrike" dirty="0" smtClean="0">
                          <a:solidFill>
                            <a:srgbClr val="000000"/>
                          </a:solidFill>
                          <a:effectLst/>
                          <a:latin typeface="Trebuchet MS" panose="020B0603020202020204" pitchFamily="34" charset="0"/>
                        </a:rPr>
                        <a:t>36,71</a:t>
                      </a:r>
                      <a:endParaRPr lang="az-Latn-AZ" sz="1600" b="0" i="0" u="none" strike="noStrike" dirty="0">
                        <a:solidFill>
                          <a:srgbClr val="000000"/>
                        </a:solidFill>
                        <a:effectLst/>
                        <a:latin typeface="Trebuchet MS" panose="020B0603020202020204" pitchFamily="34" charset="0"/>
                      </a:endParaRPr>
                    </a:p>
                  </a:txBody>
                  <a:tcPr marL="9525" marR="9525" marT="9525" marB="0" anchor="ctr">
                    <a:solidFill>
                      <a:schemeClr val="accent2">
                        <a:lumMod val="40000"/>
                        <a:lumOff val="60000"/>
                      </a:schemeClr>
                    </a:solidFill>
                  </a:tcPr>
                </a:tc>
                <a:extLst>
                  <a:ext uri="{0D108BD9-81ED-4DB2-BD59-A6C34878D82A}">
                    <a16:rowId xmlns:a16="http://schemas.microsoft.com/office/drawing/2014/main" val="1276458696"/>
                  </a:ext>
                </a:extLst>
              </a:tr>
            </a:tbl>
          </a:graphicData>
        </a:graphic>
      </p:graphicFrame>
      <p:graphicFrame>
        <p:nvGraphicFramePr>
          <p:cNvPr id="8" name="Chart 7"/>
          <p:cNvGraphicFramePr>
            <a:graphicFrameLocks/>
          </p:cNvGraphicFramePr>
          <p:nvPr>
            <p:extLst>
              <p:ext uri="{D42A27DB-BD31-4B8C-83A1-F6EECF244321}">
                <p14:modId xmlns:p14="http://schemas.microsoft.com/office/powerpoint/2010/main" val="876364480"/>
              </p:ext>
            </p:extLst>
          </p:nvPr>
        </p:nvGraphicFramePr>
        <p:xfrm>
          <a:off x="4521110" y="1586737"/>
          <a:ext cx="6072868" cy="36063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45738068"/>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1557475509"/>
              </p:ext>
            </p:extLst>
          </p:nvPr>
        </p:nvGraphicFramePr>
        <p:xfrm>
          <a:off x="4659085" y="1410787"/>
          <a:ext cx="5856514"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866671375"/>
              </p:ext>
            </p:extLst>
          </p:nvPr>
        </p:nvGraphicFramePr>
        <p:xfrm>
          <a:off x="378822" y="2116182"/>
          <a:ext cx="3853543" cy="2978331"/>
        </p:xfrm>
        <a:graphic>
          <a:graphicData uri="http://schemas.openxmlformats.org/drawingml/2006/table">
            <a:tbl>
              <a:tblPr>
                <a:tableStyleId>{5C22544A-7EE6-4342-B048-85BDC9FD1C3A}</a:tableStyleId>
              </a:tblPr>
              <a:tblGrid>
                <a:gridCol w="879431">
                  <a:extLst>
                    <a:ext uri="{9D8B030D-6E8A-4147-A177-3AD203B41FA5}">
                      <a16:colId xmlns:a16="http://schemas.microsoft.com/office/drawing/2014/main" val="3073272444"/>
                    </a:ext>
                  </a:extLst>
                </a:gridCol>
                <a:gridCol w="921309">
                  <a:extLst>
                    <a:ext uri="{9D8B030D-6E8A-4147-A177-3AD203B41FA5}">
                      <a16:colId xmlns:a16="http://schemas.microsoft.com/office/drawing/2014/main" val="1540758691"/>
                    </a:ext>
                  </a:extLst>
                </a:gridCol>
                <a:gridCol w="1102778">
                  <a:extLst>
                    <a:ext uri="{9D8B030D-6E8A-4147-A177-3AD203B41FA5}">
                      <a16:colId xmlns:a16="http://schemas.microsoft.com/office/drawing/2014/main" val="1897714044"/>
                    </a:ext>
                  </a:extLst>
                </a:gridCol>
                <a:gridCol w="950025">
                  <a:extLst>
                    <a:ext uri="{9D8B030D-6E8A-4147-A177-3AD203B41FA5}">
                      <a16:colId xmlns:a16="http://schemas.microsoft.com/office/drawing/2014/main" val="582616646"/>
                    </a:ext>
                  </a:extLst>
                </a:gridCol>
              </a:tblGrid>
              <a:tr h="979715">
                <a:tc>
                  <a:txBody>
                    <a:bodyPr/>
                    <a:lstStyle/>
                    <a:p>
                      <a:pPr algn="ctr" fontAlgn="b"/>
                      <a:r>
                        <a:rPr lang="en-US" sz="1400" u="none" strike="noStrike" dirty="0" err="1">
                          <a:effectLst/>
                        </a:rPr>
                        <a:t>Orta</a:t>
                      </a:r>
                      <a:r>
                        <a:rPr lang="en-US" sz="1400" u="none" strike="noStrike" dirty="0">
                          <a:effectLst/>
                        </a:rPr>
                        <a:t> </a:t>
                      </a:r>
                      <a:r>
                        <a:rPr lang="en-US" sz="1400" u="none" strike="noStrike" dirty="0" err="1">
                          <a:effectLst/>
                        </a:rPr>
                        <a:t>bal</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u="none" strike="noStrike" dirty="0" err="1">
                          <a:effectLst/>
                        </a:rPr>
                        <a:t>Tədris</a:t>
                      </a:r>
                      <a:r>
                        <a:rPr lang="en-US" sz="1400" u="none" strike="noStrike" dirty="0">
                          <a:effectLst/>
                        </a:rPr>
                        <a:t> </a:t>
                      </a:r>
                      <a:r>
                        <a:rPr lang="en-US" sz="1400" u="none" strike="noStrike" dirty="0" err="1">
                          <a:effectLst/>
                        </a:rPr>
                        <a:t>dili</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u="none" strike="noStrike" dirty="0" err="1">
                          <a:effectLst/>
                        </a:rPr>
                        <a:t>Riyaziyyat</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400" u="none" strike="noStrike">
                          <a:effectLst/>
                        </a:rPr>
                        <a:t>İngilis dili</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29725238"/>
                  </a:ext>
                </a:extLst>
              </a:tr>
              <a:tr h="992777">
                <a:tc>
                  <a:txBody>
                    <a:bodyPr/>
                    <a:lstStyle/>
                    <a:p>
                      <a:pPr algn="ctr" fontAlgn="b"/>
                      <a:r>
                        <a:rPr lang="en-US" sz="1400" u="none" strike="noStrike" dirty="0" err="1">
                          <a:effectLst/>
                        </a:rPr>
                        <a:t>Monitoriq</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4">
                        <a:lumMod val="20000"/>
                        <a:lumOff val="80000"/>
                      </a:schemeClr>
                    </a:solidFill>
                  </a:tcPr>
                </a:tc>
                <a:tc>
                  <a:txBody>
                    <a:bodyPr/>
                    <a:lstStyle/>
                    <a:p>
                      <a:pPr algn="ctr" fontAlgn="b"/>
                      <a:r>
                        <a:rPr lang="en-US" sz="1400" u="none" strike="noStrike" dirty="0">
                          <a:effectLst/>
                        </a:rPr>
                        <a:t>66,4</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4">
                        <a:lumMod val="20000"/>
                        <a:lumOff val="80000"/>
                      </a:schemeClr>
                    </a:solidFill>
                  </a:tcPr>
                </a:tc>
                <a:tc>
                  <a:txBody>
                    <a:bodyPr/>
                    <a:lstStyle/>
                    <a:p>
                      <a:pPr algn="ctr" fontAlgn="b"/>
                      <a:r>
                        <a:rPr lang="en-US" sz="1400" u="none" strike="noStrike" dirty="0">
                          <a:effectLst/>
                        </a:rPr>
                        <a:t>46,22</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4">
                        <a:lumMod val="20000"/>
                        <a:lumOff val="80000"/>
                      </a:schemeClr>
                    </a:solidFill>
                  </a:tcPr>
                </a:tc>
                <a:tc>
                  <a:txBody>
                    <a:bodyPr/>
                    <a:lstStyle/>
                    <a:p>
                      <a:pPr algn="ctr" fontAlgn="b"/>
                      <a:r>
                        <a:rPr lang="en-US" sz="1400" u="none" strike="noStrike" dirty="0">
                          <a:effectLst/>
                        </a:rPr>
                        <a:t>46,41</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45662926"/>
                  </a:ext>
                </a:extLst>
              </a:tr>
              <a:tr h="1005839">
                <a:tc>
                  <a:txBody>
                    <a:bodyPr/>
                    <a:lstStyle/>
                    <a:p>
                      <a:pPr algn="ctr" fontAlgn="b"/>
                      <a:r>
                        <a:rPr lang="en-US" sz="1400" u="none" strike="noStrike" dirty="0" err="1">
                          <a:effectLst/>
                        </a:rPr>
                        <a:t>İllik</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5">
                        <a:lumMod val="40000"/>
                        <a:lumOff val="60000"/>
                      </a:schemeClr>
                    </a:solidFill>
                  </a:tcPr>
                </a:tc>
                <a:tc>
                  <a:txBody>
                    <a:bodyPr/>
                    <a:lstStyle/>
                    <a:p>
                      <a:pPr algn="ctr" fontAlgn="b"/>
                      <a:r>
                        <a:rPr lang="en-US" sz="1400" u="none" strike="noStrike" dirty="0">
                          <a:effectLst/>
                        </a:rPr>
                        <a:t>67,14</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5">
                        <a:lumMod val="40000"/>
                        <a:lumOff val="60000"/>
                      </a:schemeClr>
                    </a:solidFill>
                  </a:tcPr>
                </a:tc>
                <a:tc>
                  <a:txBody>
                    <a:bodyPr/>
                    <a:lstStyle/>
                    <a:p>
                      <a:pPr algn="ctr" fontAlgn="b"/>
                      <a:r>
                        <a:rPr lang="en-US" sz="1400" u="none" strike="noStrike" dirty="0">
                          <a:effectLst/>
                        </a:rPr>
                        <a:t>61,07</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5">
                        <a:lumMod val="40000"/>
                        <a:lumOff val="60000"/>
                      </a:schemeClr>
                    </a:solidFill>
                  </a:tcPr>
                </a:tc>
                <a:tc>
                  <a:txBody>
                    <a:bodyPr/>
                    <a:lstStyle/>
                    <a:p>
                      <a:pPr algn="ctr" fontAlgn="b"/>
                      <a:r>
                        <a:rPr lang="en-US" sz="1400" u="none" strike="noStrike" dirty="0">
                          <a:effectLst/>
                        </a:rPr>
                        <a:t>62,76</a:t>
                      </a:r>
                      <a:endParaRPr lang="en-US" sz="1400" b="0" i="0" u="none" strike="noStrike" dirty="0">
                        <a:solidFill>
                          <a:srgbClr val="000000"/>
                        </a:solidFill>
                        <a:effectLst/>
                        <a:latin typeface="Calibri" panose="020F0502020204030204" pitchFamily="34" charset="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848342661"/>
                  </a:ext>
                </a:extLst>
              </a:tr>
            </a:tbl>
          </a:graphicData>
        </a:graphic>
      </p:graphicFrame>
      <p:sp>
        <p:nvSpPr>
          <p:cNvPr id="4" name="Rectangle 3"/>
          <p:cNvSpPr/>
          <p:nvPr/>
        </p:nvSpPr>
        <p:spPr>
          <a:xfrm>
            <a:off x="378822" y="480201"/>
            <a:ext cx="9039497" cy="830997"/>
          </a:xfrm>
          <a:prstGeom prst="rect">
            <a:avLst/>
          </a:prstGeom>
        </p:spPr>
        <p:txBody>
          <a:bodyPr wrap="square">
            <a:spAutoFit/>
          </a:bodyPr>
          <a:lstStyle/>
          <a:p>
            <a:r>
              <a:rPr lang="az-Latn-AZ" sz="2400" b="1" dirty="0" smtClean="0">
                <a:solidFill>
                  <a:srgbClr val="FF0000"/>
                </a:solidFill>
              </a:rPr>
              <a:t>VIII</a:t>
            </a:r>
            <a:r>
              <a:rPr lang="en-US" sz="2400" b="1" dirty="0" smtClean="0">
                <a:solidFill>
                  <a:srgbClr val="FF0000"/>
                </a:solidFill>
              </a:rPr>
              <a:t> </a:t>
            </a:r>
            <a:r>
              <a:rPr lang="en-US" sz="2400" b="1" dirty="0" err="1">
                <a:solidFill>
                  <a:srgbClr val="FF0000"/>
                </a:solidFill>
              </a:rPr>
              <a:t>siniflərdə</a:t>
            </a:r>
            <a:r>
              <a:rPr lang="en-US" sz="2400" b="1" dirty="0">
                <a:solidFill>
                  <a:srgbClr val="FF0000"/>
                </a:solidFill>
              </a:rPr>
              <a:t> BŞTİ </a:t>
            </a:r>
            <a:r>
              <a:rPr lang="en-US" sz="2400" b="1" dirty="0" err="1">
                <a:solidFill>
                  <a:srgbClr val="FF0000"/>
                </a:solidFill>
              </a:rPr>
              <a:t>tərəfindən</a:t>
            </a:r>
            <a:r>
              <a:rPr lang="en-US" sz="2400" b="1" dirty="0">
                <a:solidFill>
                  <a:srgbClr val="FF0000"/>
                </a:solidFill>
              </a:rPr>
              <a:t> </a:t>
            </a:r>
            <a:r>
              <a:rPr lang="en-US" sz="2400" b="1" dirty="0" err="1">
                <a:solidFill>
                  <a:srgbClr val="FF0000"/>
                </a:solidFill>
              </a:rPr>
              <a:t>aparılmış</a:t>
            </a:r>
            <a:r>
              <a:rPr lang="en-US" sz="2400" b="1" dirty="0">
                <a:solidFill>
                  <a:srgbClr val="FF0000"/>
                </a:solidFill>
              </a:rPr>
              <a:t> </a:t>
            </a:r>
            <a:r>
              <a:rPr lang="en-US" sz="2400" b="1" dirty="0" err="1">
                <a:solidFill>
                  <a:srgbClr val="FF0000"/>
                </a:solidFill>
              </a:rPr>
              <a:t>monitorinqlə</a:t>
            </a:r>
            <a:r>
              <a:rPr lang="en-US" sz="2400" b="1" dirty="0">
                <a:solidFill>
                  <a:srgbClr val="FF0000"/>
                </a:solidFill>
              </a:rPr>
              <a:t> </a:t>
            </a:r>
            <a:r>
              <a:rPr lang="en-US" sz="2400" b="1" dirty="0" err="1">
                <a:solidFill>
                  <a:srgbClr val="FF0000"/>
                </a:solidFill>
              </a:rPr>
              <a:t>şagirdlərin</a:t>
            </a:r>
            <a:r>
              <a:rPr lang="en-US" sz="2400" b="1" dirty="0">
                <a:solidFill>
                  <a:srgbClr val="FF0000"/>
                </a:solidFill>
              </a:rPr>
              <a:t> </a:t>
            </a:r>
            <a:r>
              <a:rPr lang="en-US" sz="2400" b="1" dirty="0" err="1">
                <a:solidFill>
                  <a:srgbClr val="FF0000"/>
                </a:solidFill>
              </a:rPr>
              <a:t>illik</a:t>
            </a:r>
            <a:r>
              <a:rPr lang="en-US" sz="2400" b="1" dirty="0">
                <a:solidFill>
                  <a:srgbClr val="FF0000"/>
                </a:solidFill>
              </a:rPr>
              <a:t> </a:t>
            </a:r>
            <a:r>
              <a:rPr lang="en-US" sz="2400" b="1" dirty="0" err="1">
                <a:solidFill>
                  <a:srgbClr val="FF0000"/>
                </a:solidFill>
              </a:rPr>
              <a:t>təlim</a:t>
            </a:r>
            <a:r>
              <a:rPr lang="en-US" sz="2400" b="1" dirty="0">
                <a:solidFill>
                  <a:srgbClr val="FF0000"/>
                </a:solidFill>
              </a:rPr>
              <a:t> </a:t>
            </a:r>
            <a:r>
              <a:rPr lang="en-US" sz="2400" b="1" dirty="0" err="1">
                <a:solidFill>
                  <a:srgbClr val="FF0000"/>
                </a:solidFill>
              </a:rPr>
              <a:t>nəticələrinin</a:t>
            </a:r>
            <a:r>
              <a:rPr lang="en-US" sz="2400" b="1" dirty="0">
                <a:solidFill>
                  <a:srgbClr val="FF0000"/>
                </a:solidFill>
              </a:rPr>
              <a:t> </a:t>
            </a:r>
            <a:r>
              <a:rPr lang="en-US" sz="2400" b="1" dirty="0" err="1">
                <a:solidFill>
                  <a:srgbClr val="FF0000"/>
                </a:solidFill>
              </a:rPr>
              <a:t>müqayisəli</a:t>
            </a:r>
            <a:r>
              <a:rPr lang="en-US" sz="2400" b="1" dirty="0">
                <a:solidFill>
                  <a:srgbClr val="FF0000"/>
                </a:solidFill>
              </a:rPr>
              <a:t> </a:t>
            </a:r>
            <a:r>
              <a:rPr lang="en-US" sz="2400" b="1" dirty="0" err="1">
                <a:solidFill>
                  <a:srgbClr val="FF0000"/>
                </a:solidFill>
              </a:rPr>
              <a:t>təhlili</a:t>
            </a:r>
            <a:r>
              <a:rPr lang="en-US" sz="2400" b="1" dirty="0">
                <a:solidFill>
                  <a:srgbClr val="FF0000"/>
                </a:solidFill>
              </a:rPr>
              <a:t> </a:t>
            </a:r>
          </a:p>
        </p:txBody>
      </p:sp>
    </p:spTree>
    <p:extLst>
      <p:ext uri="{BB962C8B-B14F-4D97-AF65-F5344CB8AC3E}">
        <p14:creationId xmlns:p14="http://schemas.microsoft.com/office/powerpoint/2010/main" val="2734486506"/>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676" y="434548"/>
            <a:ext cx="8596668" cy="957943"/>
          </a:xfrm>
        </p:spPr>
        <p:txBody>
          <a:bodyPr>
            <a:normAutofit/>
          </a:bodyPr>
          <a:lstStyle/>
          <a:p>
            <a:r>
              <a:rPr lang="az-Latn-AZ" sz="2800" dirty="0" smtClean="0">
                <a:solidFill>
                  <a:srgbClr val="FF0000"/>
                </a:solidFill>
              </a:rPr>
              <a:t>Xüsusi istedadı olan şagirdlərin aşkara çıxarılması və onlarla işin təşkili</a:t>
            </a:r>
            <a:endParaRPr lang="en-US" sz="2800" dirty="0">
              <a:solidFill>
                <a:srgbClr val="FF0000"/>
              </a:solidFill>
            </a:endParaRPr>
          </a:p>
        </p:txBody>
      </p:sp>
      <p:sp>
        <p:nvSpPr>
          <p:cNvPr id="3" name="Content Placeholder 2"/>
          <p:cNvSpPr>
            <a:spLocks noGrp="1"/>
          </p:cNvSpPr>
          <p:nvPr>
            <p:ph idx="1"/>
          </p:nvPr>
        </p:nvSpPr>
        <p:spPr>
          <a:xfrm>
            <a:off x="563926" y="1713160"/>
            <a:ext cx="8809656" cy="2252046"/>
          </a:xfrm>
        </p:spPr>
        <p:txBody>
          <a:bodyPr>
            <a:normAutofit/>
          </a:bodyPr>
          <a:lstStyle/>
          <a:p>
            <a:r>
              <a:rPr lang="az-Latn-AZ" dirty="0" smtClean="0"/>
              <a:t>Məktəbdə müntəzəm olaraq,xüsusilə tədris ilinin əvvəlində tərbiyə işləri üzrə direktor müavini və UBTR tərəfindən xüsusi istedadlı şagirdlər aşkara çıxarılıb. Bu cür istedadlı şagirdlərin qabiliyyətini inkişaf etdirmək üçün onlar məktəbdə fəaliyyət göstərən dərnəklərə cəlb olunublar. Həmin şagirdlər məktəb daxilində və məktəbdən kənarda təşkil edilən müsabiqələrdə fəal iştirak ediblər.</a:t>
            </a:r>
            <a:endParaRPr lang="en-US" dirty="0"/>
          </a:p>
        </p:txBody>
      </p:sp>
      <p:pic>
        <p:nvPicPr>
          <p:cNvPr id="4" name="Picture 3"/>
          <p:cNvPicPr>
            <a:picLocks noChangeAspect="1"/>
          </p:cNvPicPr>
          <p:nvPr/>
        </p:nvPicPr>
        <p:blipFill>
          <a:blip r:embed="rId2"/>
          <a:stretch>
            <a:fillRect/>
          </a:stretch>
        </p:blipFill>
        <p:spPr>
          <a:xfrm>
            <a:off x="722676" y="3957378"/>
            <a:ext cx="1800225" cy="2400300"/>
          </a:xfrm>
          <a:prstGeom prst="rect">
            <a:avLst/>
          </a:prstGeom>
        </p:spPr>
      </p:pic>
      <p:pic>
        <p:nvPicPr>
          <p:cNvPr id="5" name="Picture 4"/>
          <p:cNvPicPr>
            <a:picLocks noChangeAspect="1"/>
          </p:cNvPicPr>
          <p:nvPr/>
        </p:nvPicPr>
        <p:blipFill>
          <a:blip r:embed="rId3"/>
          <a:stretch>
            <a:fillRect/>
          </a:stretch>
        </p:blipFill>
        <p:spPr>
          <a:xfrm>
            <a:off x="5391131" y="3939223"/>
            <a:ext cx="1800225" cy="2467840"/>
          </a:xfrm>
          <a:prstGeom prst="rect">
            <a:avLst/>
          </a:prstGeom>
        </p:spPr>
      </p:pic>
      <p:pic>
        <p:nvPicPr>
          <p:cNvPr id="6" name="Picture 5"/>
          <p:cNvPicPr>
            <a:picLocks noChangeAspect="1"/>
          </p:cNvPicPr>
          <p:nvPr/>
        </p:nvPicPr>
        <p:blipFill rotWithShape="1">
          <a:blip r:embed="rId4"/>
          <a:srcRect l="22364" t="37766" r="36528" b="-1325"/>
          <a:stretch/>
        </p:blipFill>
        <p:spPr>
          <a:xfrm>
            <a:off x="2758510" y="3958936"/>
            <a:ext cx="2397012" cy="2467841"/>
          </a:xfrm>
          <a:prstGeom prst="rect">
            <a:avLst/>
          </a:prstGeom>
        </p:spPr>
      </p:pic>
      <p:pic>
        <p:nvPicPr>
          <p:cNvPr id="7" name="Picture 6"/>
          <p:cNvPicPr>
            <a:picLocks noChangeAspect="1"/>
          </p:cNvPicPr>
          <p:nvPr/>
        </p:nvPicPr>
        <p:blipFill>
          <a:blip r:embed="rId5"/>
          <a:stretch>
            <a:fillRect/>
          </a:stretch>
        </p:blipFill>
        <p:spPr>
          <a:xfrm>
            <a:off x="7311319" y="3921068"/>
            <a:ext cx="2008025" cy="2467840"/>
          </a:xfrm>
          <a:prstGeom prst="rect">
            <a:avLst/>
          </a:prstGeom>
        </p:spPr>
      </p:pic>
      <p:pic>
        <p:nvPicPr>
          <p:cNvPr id="8" name="Picture 7"/>
          <p:cNvPicPr>
            <a:picLocks noChangeAspect="1"/>
          </p:cNvPicPr>
          <p:nvPr/>
        </p:nvPicPr>
        <p:blipFill rotWithShape="1">
          <a:blip r:embed="rId6"/>
          <a:srcRect l="23670" t="-117" r="23572" b="-1"/>
          <a:stretch/>
        </p:blipFill>
        <p:spPr>
          <a:xfrm>
            <a:off x="9427819" y="3921068"/>
            <a:ext cx="1263534" cy="2431530"/>
          </a:xfrm>
          <a:prstGeom prst="rect">
            <a:avLst/>
          </a:prstGeom>
        </p:spPr>
      </p:pic>
    </p:spTree>
    <p:extLst>
      <p:ext uri="{BB962C8B-B14F-4D97-AF65-F5344CB8AC3E}">
        <p14:creationId xmlns:p14="http://schemas.microsoft.com/office/powerpoint/2010/main" val="22847081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5672420" y="5440603"/>
            <a:ext cx="2028427" cy="142115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 name="Title 1"/>
          <p:cNvSpPr>
            <a:spLocks noGrp="1"/>
          </p:cNvSpPr>
          <p:nvPr>
            <p:ph type="title"/>
          </p:nvPr>
        </p:nvSpPr>
        <p:spPr>
          <a:xfrm>
            <a:off x="1374086" y="609600"/>
            <a:ext cx="8596668" cy="730597"/>
          </a:xfrm>
        </p:spPr>
        <p:txBody>
          <a:bodyPr/>
          <a:lstStyle/>
          <a:p>
            <a:r>
              <a:rPr lang="az-Latn-AZ" dirty="0" smtClean="0">
                <a:solidFill>
                  <a:srgbClr val="FF0000"/>
                </a:solidFill>
              </a:rPr>
              <a:t>Müsabiqələrdə fərqlənən şagirdlər</a:t>
            </a:r>
            <a:endParaRPr lang="en-US" dirty="0">
              <a:solidFill>
                <a:srgbClr val="FF0000"/>
              </a:solidFill>
            </a:endParaRPr>
          </a:p>
        </p:txBody>
      </p:sp>
      <p:sp>
        <p:nvSpPr>
          <p:cNvPr id="3" name="Content Placeholder 2"/>
          <p:cNvSpPr>
            <a:spLocks noGrp="1"/>
          </p:cNvSpPr>
          <p:nvPr>
            <p:ph idx="1"/>
          </p:nvPr>
        </p:nvSpPr>
        <p:spPr>
          <a:xfrm>
            <a:off x="494454" y="1357492"/>
            <a:ext cx="8596668" cy="3880773"/>
          </a:xfrm>
        </p:spPr>
        <p:txBody>
          <a:bodyPr>
            <a:normAutofit/>
          </a:bodyPr>
          <a:lstStyle/>
          <a:p>
            <a:r>
              <a:rPr lang="az-Latn-AZ" b="1" i="1" dirty="0">
                <a:solidFill>
                  <a:srgbClr val="00B050"/>
                </a:solidFill>
              </a:rPr>
              <a:t>Ömər Hüseynov Emil oğlu</a:t>
            </a:r>
            <a:r>
              <a:rPr lang="az-Latn-AZ" dirty="0"/>
              <a:t>-Yeniyetmələr arasında keçirilən </a:t>
            </a:r>
            <a:r>
              <a:rPr lang="az-Latn-AZ" b="1" i="1" u="sng" dirty="0"/>
              <a:t>Teeneagle</a:t>
            </a:r>
            <a:r>
              <a:rPr lang="az-Latn-AZ" b="1" i="1" dirty="0"/>
              <a:t> </a:t>
            </a:r>
            <a:r>
              <a:rPr lang="az-Latn-AZ" dirty="0"/>
              <a:t>onlayn ingilis dili yarışmasında </a:t>
            </a:r>
            <a:r>
              <a:rPr lang="az-Latn-AZ" b="1" dirty="0">
                <a:solidFill>
                  <a:schemeClr val="accent4">
                    <a:lumMod val="75000"/>
                  </a:schemeClr>
                </a:solidFill>
              </a:rPr>
              <a:t>qızıl</a:t>
            </a:r>
            <a:r>
              <a:rPr lang="az-Latn-AZ" dirty="0">
                <a:solidFill>
                  <a:schemeClr val="accent4">
                    <a:lumMod val="75000"/>
                  </a:schemeClr>
                </a:solidFill>
              </a:rPr>
              <a:t> </a:t>
            </a:r>
            <a:r>
              <a:rPr lang="az-Latn-AZ" dirty="0"/>
              <a:t>medala layiq görülmüşdür</a:t>
            </a:r>
            <a:r>
              <a:rPr lang="az-Latn-AZ" dirty="0" smtClean="0"/>
              <a:t>.</a:t>
            </a:r>
          </a:p>
          <a:p>
            <a:r>
              <a:rPr lang="az-Latn-AZ" b="1" i="1" dirty="0" smtClean="0">
                <a:solidFill>
                  <a:srgbClr val="00B050"/>
                </a:solidFill>
              </a:rPr>
              <a:t>Tağızadə Lətifə Asəf qızı </a:t>
            </a:r>
            <a:r>
              <a:rPr lang="en-US" dirty="0"/>
              <a:t> </a:t>
            </a:r>
            <a:r>
              <a:rPr lang="en-US" dirty="0" err="1"/>
              <a:t>Binəqədi</a:t>
            </a:r>
            <a:r>
              <a:rPr lang="en-US" dirty="0"/>
              <a:t> </a:t>
            </a:r>
            <a:r>
              <a:rPr lang="en-US" dirty="0" err="1"/>
              <a:t>rayonu</a:t>
            </a:r>
            <a:r>
              <a:rPr lang="en-US" dirty="0"/>
              <a:t> </a:t>
            </a:r>
            <a:r>
              <a:rPr lang="en-US" dirty="0" err="1"/>
              <a:t>Gənclər</a:t>
            </a:r>
            <a:r>
              <a:rPr lang="en-US" dirty="0"/>
              <a:t> </a:t>
            </a:r>
            <a:r>
              <a:rPr lang="en-US" dirty="0" err="1"/>
              <a:t>və</a:t>
            </a:r>
            <a:r>
              <a:rPr lang="en-US" dirty="0"/>
              <a:t> </a:t>
            </a:r>
            <a:r>
              <a:rPr lang="en-US" dirty="0" err="1"/>
              <a:t>İdman</a:t>
            </a:r>
            <a:r>
              <a:rPr lang="en-US" dirty="0"/>
              <a:t> </a:t>
            </a:r>
            <a:r>
              <a:rPr lang="en-US" dirty="0" err="1"/>
              <a:t>İdarəsi</a:t>
            </a:r>
            <a:r>
              <a:rPr lang="en-US" dirty="0"/>
              <a:t> </a:t>
            </a:r>
            <a:r>
              <a:rPr lang="az-Latn-AZ" dirty="0" smtClean="0"/>
              <a:t>tərəfindən keçirilən</a:t>
            </a:r>
            <a:r>
              <a:rPr lang="en-US" b="1" i="1" dirty="0" smtClean="0"/>
              <a:t>“20 </a:t>
            </a:r>
            <a:r>
              <a:rPr lang="en-US" b="1" i="1" dirty="0" err="1"/>
              <a:t>Yanvar</a:t>
            </a:r>
            <a:r>
              <a:rPr lang="en-US" b="1" i="1" dirty="0"/>
              <a:t> </a:t>
            </a:r>
            <a:r>
              <a:rPr lang="en-US" b="1" i="1" dirty="0" err="1"/>
              <a:t>faciəsi</a:t>
            </a:r>
            <a:r>
              <a:rPr lang="en-US" b="1" i="1" dirty="0"/>
              <a:t>  </a:t>
            </a:r>
            <a:r>
              <a:rPr lang="en-US" b="1" i="1" dirty="0" err="1"/>
              <a:t>tariximizin</a:t>
            </a:r>
            <a:r>
              <a:rPr lang="en-US" b="1" i="1" dirty="0"/>
              <a:t> </a:t>
            </a:r>
            <a:r>
              <a:rPr lang="en-US" b="1" i="1" dirty="0" err="1"/>
              <a:t>şərəf</a:t>
            </a:r>
            <a:r>
              <a:rPr lang="en-US" b="1" i="1" dirty="0"/>
              <a:t> </a:t>
            </a:r>
            <a:r>
              <a:rPr lang="en-US" b="1" i="1" dirty="0" err="1"/>
              <a:t>və</a:t>
            </a:r>
            <a:r>
              <a:rPr lang="en-US" b="1" i="1" dirty="0"/>
              <a:t> </a:t>
            </a:r>
            <a:r>
              <a:rPr lang="en-US" b="1" i="1" dirty="0" err="1"/>
              <a:t>qəhrəmanlıq</a:t>
            </a:r>
            <a:r>
              <a:rPr lang="en-US" b="1" i="1" dirty="0"/>
              <a:t> </a:t>
            </a:r>
            <a:r>
              <a:rPr lang="en-US" b="1" i="1" dirty="0" err="1"/>
              <a:t>səhifəsidir</a:t>
            </a:r>
            <a:r>
              <a:rPr lang="en-US" b="1" i="1" dirty="0"/>
              <a:t>” </a:t>
            </a:r>
            <a:r>
              <a:rPr lang="az-Latn-AZ" dirty="0" smtClean="0"/>
              <a:t>adlı onlayn rəsm müsabiqəsində I</a:t>
            </a:r>
            <a:r>
              <a:rPr lang="en-US" dirty="0" smtClean="0"/>
              <a:t> </a:t>
            </a:r>
            <a:r>
              <a:rPr lang="en-US" dirty="0" err="1"/>
              <a:t>yerə</a:t>
            </a:r>
            <a:r>
              <a:rPr lang="en-US" dirty="0"/>
              <a:t> </a:t>
            </a:r>
            <a:r>
              <a:rPr lang="en-US" dirty="0" err="1"/>
              <a:t>layiq</a:t>
            </a:r>
            <a:r>
              <a:rPr lang="en-US" dirty="0"/>
              <a:t> </a:t>
            </a:r>
            <a:r>
              <a:rPr lang="en-US" dirty="0" err="1"/>
              <a:t>görüldü</a:t>
            </a:r>
            <a:r>
              <a:rPr lang="en-US" dirty="0"/>
              <a:t>. </a:t>
            </a:r>
            <a:endParaRPr lang="az-Latn-AZ" dirty="0"/>
          </a:p>
          <a:p>
            <a:r>
              <a:rPr lang="en-US" dirty="0"/>
              <a:t> </a:t>
            </a:r>
            <a:r>
              <a:rPr lang="en-US" dirty="0" err="1"/>
              <a:t>Binəqədi</a:t>
            </a:r>
            <a:r>
              <a:rPr lang="en-US" dirty="0"/>
              <a:t> </a:t>
            </a:r>
            <a:r>
              <a:rPr lang="en-US" dirty="0" err="1"/>
              <a:t>rayonu</a:t>
            </a:r>
            <a:r>
              <a:rPr lang="en-US" dirty="0"/>
              <a:t> </a:t>
            </a:r>
            <a:r>
              <a:rPr lang="en-US" dirty="0" err="1"/>
              <a:t>Gənclər</a:t>
            </a:r>
            <a:r>
              <a:rPr lang="en-US" dirty="0"/>
              <a:t> </a:t>
            </a:r>
            <a:r>
              <a:rPr lang="en-US" dirty="0" err="1"/>
              <a:t>və</a:t>
            </a:r>
            <a:r>
              <a:rPr lang="en-US" dirty="0"/>
              <a:t> </a:t>
            </a:r>
            <a:r>
              <a:rPr lang="en-US" dirty="0" err="1"/>
              <a:t>İdman</a:t>
            </a:r>
            <a:r>
              <a:rPr lang="en-US" dirty="0"/>
              <a:t> </a:t>
            </a:r>
            <a:r>
              <a:rPr lang="en-US" dirty="0" err="1" smtClean="0"/>
              <a:t>İdarəsi</a:t>
            </a:r>
            <a:r>
              <a:rPr lang="az-Latn-AZ" dirty="0" smtClean="0"/>
              <a:t> tərəfindən keçirilən</a:t>
            </a:r>
            <a:r>
              <a:rPr lang="en-US" dirty="0"/>
              <a:t> </a:t>
            </a:r>
            <a:r>
              <a:rPr lang="en-US" b="1" i="1" dirty="0" err="1" smtClean="0"/>
              <a:t>Xocalı</a:t>
            </a:r>
            <a:r>
              <a:rPr lang="en-US" b="1" i="1" dirty="0" smtClean="0"/>
              <a:t> </a:t>
            </a:r>
            <a:r>
              <a:rPr lang="en-US" b="1" i="1" dirty="0" err="1"/>
              <a:t>Soyqrımının</a:t>
            </a:r>
            <a:r>
              <a:rPr lang="en-US" b="1" i="1" dirty="0"/>
              <a:t> 29-cu </a:t>
            </a:r>
            <a:r>
              <a:rPr lang="en-US" b="1" i="1" dirty="0" err="1" smtClean="0"/>
              <a:t>ildönümünə</a:t>
            </a:r>
            <a:r>
              <a:rPr lang="en-US" b="1" i="1" dirty="0" smtClean="0"/>
              <a:t> </a:t>
            </a:r>
            <a:r>
              <a:rPr lang="en-US" b="1" i="1" dirty="0" err="1"/>
              <a:t>həsr</a:t>
            </a:r>
            <a:r>
              <a:rPr lang="en-US" b="1" i="1" dirty="0"/>
              <a:t> </a:t>
            </a:r>
            <a:r>
              <a:rPr lang="en-US" b="1" i="1" dirty="0" err="1"/>
              <a:t>olunmuş</a:t>
            </a:r>
            <a:r>
              <a:rPr lang="en-US" b="1" i="1" dirty="0"/>
              <a:t> </a:t>
            </a:r>
            <a:r>
              <a:rPr lang="en-US" b="1" i="1" dirty="0" err="1"/>
              <a:t>onlayn</a:t>
            </a:r>
            <a:r>
              <a:rPr lang="en-US" b="1" i="1" dirty="0"/>
              <a:t> </a:t>
            </a:r>
            <a:r>
              <a:rPr lang="en-US" b="1" i="1" dirty="0" err="1"/>
              <a:t>rəsm</a:t>
            </a:r>
            <a:r>
              <a:rPr lang="en-US" b="1" i="1" dirty="0"/>
              <a:t> </a:t>
            </a:r>
            <a:r>
              <a:rPr lang="en-US" b="1" i="1" dirty="0" err="1"/>
              <a:t>və</a:t>
            </a:r>
            <a:r>
              <a:rPr lang="en-US" b="1" i="1" dirty="0"/>
              <a:t> </a:t>
            </a:r>
            <a:r>
              <a:rPr lang="en-US" b="1" i="1" dirty="0" err="1"/>
              <a:t>inşa</a:t>
            </a:r>
            <a:r>
              <a:rPr lang="en-US" b="1" i="1" dirty="0"/>
              <a:t> </a:t>
            </a:r>
            <a:r>
              <a:rPr lang="en-US" b="1" i="1" dirty="0" err="1"/>
              <a:t>müsabiqəsi</a:t>
            </a:r>
            <a:r>
              <a:rPr lang="en-US" b="1" i="1" dirty="0"/>
              <a:t> </a:t>
            </a:r>
            <a:r>
              <a:rPr lang="az-Latn-AZ" dirty="0" smtClean="0"/>
              <a:t>keçirildi. </a:t>
            </a:r>
            <a:r>
              <a:rPr lang="en-US" dirty="0" err="1" smtClean="0"/>
              <a:t>İnşa</a:t>
            </a:r>
            <a:r>
              <a:rPr lang="en-US" dirty="0" smtClean="0"/>
              <a:t> </a:t>
            </a:r>
            <a:r>
              <a:rPr lang="en-US" dirty="0" err="1"/>
              <a:t>müsabiqəsində</a:t>
            </a:r>
            <a:r>
              <a:rPr lang="en-US" dirty="0"/>
              <a:t> </a:t>
            </a:r>
            <a:r>
              <a:rPr lang="en-US" b="1" i="1" dirty="0">
                <a:solidFill>
                  <a:srgbClr val="00B050"/>
                </a:solidFill>
              </a:rPr>
              <a:t>10A </a:t>
            </a:r>
            <a:r>
              <a:rPr lang="en-US" b="1" i="1" dirty="0" err="1">
                <a:solidFill>
                  <a:srgbClr val="00B050"/>
                </a:solidFill>
              </a:rPr>
              <a:t>sinif</a:t>
            </a:r>
            <a:r>
              <a:rPr lang="en-US" b="1" i="1" dirty="0">
                <a:solidFill>
                  <a:srgbClr val="00B050"/>
                </a:solidFill>
              </a:rPr>
              <a:t> </a:t>
            </a:r>
            <a:r>
              <a:rPr lang="en-US" b="1" i="1" dirty="0" err="1">
                <a:solidFill>
                  <a:srgbClr val="00B050"/>
                </a:solidFill>
              </a:rPr>
              <a:t>şagirdi</a:t>
            </a:r>
            <a:r>
              <a:rPr lang="en-US" b="1" i="1" dirty="0">
                <a:solidFill>
                  <a:srgbClr val="00B050"/>
                </a:solidFill>
              </a:rPr>
              <a:t> </a:t>
            </a:r>
            <a:r>
              <a:rPr lang="en-US" b="1" i="1" dirty="0" err="1">
                <a:solidFill>
                  <a:srgbClr val="00B050"/>
                </a:solidFill>
              </a:rPr>
              <a:t>Şahbazlı</a:t>
            </a:r>
            <a:r>
              <a:rPr lang="en-US" b="1" i="1" dirty="0">
                <a:solidFill>
                  <a:srgbClr val="00B050"/>
                </a:solidFill>
              </a:rPr>
              <a:t> </a:t>
            </a:r>
            <a:r>
              <a:rPr lang="en-US" b="1" i="1" dirty="0" err="1">
                <a:solidFill>
                  <a:srgbClr val="00B050"/>
                </a:solidFill>
              </a:rPr>
              <a:t>Nərmin</a:t>
            </a:r>
            <a:r>
              <a:rPr lang="en-US" b="1" i="1" dirty="0">
                <a:solidFill>
                  <a:srgbClr val="00B050"/>
                </a:solidFill>
              </a:rPr>
              <a:t> </a:t>
            </a:r>
            <a:r>
              <a:rPr lang="en-US" b="1" i="1" dirty="0" err="1">
                <a:solidFill>
                  <a:srgbClr val="00B050"/>
                </a:solidFill>
              </a:rPr>
              <a:t>Əlihüseyn</a:t>
            </a:r>
            <a:r>
              <a:rPr lang="en-US" b="1" i="1" dirty="0">
                <a:solidFill>
                  <a:srgbClr val="00B050"/>
                </a:solidFill>
              </a:rPr>
              <a:t> </a:t>
            </a:r>
            <a:r>
              <a:rPr lang="en-US" b="1" i="1" dirty="0" err="1">
                <a:solidFill>
                  <a:srgbClr val="00B050"/>
                </a:solidFill>
              </a:rPr>
              <a:t>qızı</a:t>
            </a:r>
            <a:r>
              <a:rPr lang="en-US" b="1" i="1" dirty="0">
                <a:solidFill>
                  <a:srgbClr val="00B050"/>
                </a:solidFill>
              </a:rPr>
              <a:t> </a:t>
            </a:r>
            <a:r>
              <a:rPr lang="rue-Cyrl" b="1" i="1" dirty="0" smtClean="0">
                <a:solidFill>
                  <a:srgbClr val="00B050"/>
                </a:solidFill>
              </a:rPr>
              <a:t>“</a:t>
            </a:r>
            <a:r>
              <a:rPr lang="en-US" b="1" i="1" dirty="0" err="1" smtClean="0">
                <a:solidFill>
                  <a:srgbClr val="00B050"/>
                </a:solidFill>
              </a:rPr>
              <a:t>Fərqlənmə</a:t>
            </a:r>
            <a:r>
              <a:rPr lang="rue-Cyrl" b="1" i="1" dirty="0" smtClean="0">
                <a:solidFill>
                  <a:srgbClr val="00B050"/>
                </a:solidFill>
              </a:rPr>
              <a:t>”</a:t>
            </a:r>
            <a:r>
              <a:rPr lang="en-US" dirty="0" smtClean="0"/>
              <a:t>,</a:t>
            </a:r>
            <a:r>
              <a:rPr lang="az-Latn-AZ" dirty="0" smtClean="0"/>
              <a:t> </a:t>
            </a:r>
            <a:r>
              <a:rPr lang="en-US" dirty="0" err="1" smtClean="0"/>
              <a:t>Rəsm</a:t>
            </a:r>
            <a:r>
              <a:rPr lang="en-US" dirty="0" smtClean="0"/>
              <a:t> </a:t>
            </a:r>
            <a:r>
              <a:rPr lang="en-US" dirty="0" err="1"/>
              <a:t>müsabiqəsi</a:t>
            </a:r>
            <a:r>
              <a:rPr lang="en-US" dirty="0"/>
              <a:t> </a:t>
            </a:r>
            <a:r>
              <a:rPr lang="en-US" dirty="0" err="1"/>
              <a:t>üzrə</a:t>
            </a:r>
            <a:r>
              <a:rPr lang="en-US" dirty="0"/>
              <a:t> </a:t>
            </a:r>
            <a:r>
              <a:rPr lang="en-US" b="1" i="1" dirty="0">
                <a:solidFill>
                  <a:srgbClr val="00B050"/>
                </a:solidFill>
              </a:rPr>
              <a:t>3B </a:t>
            </a:r>
            <a:r>
              <a:rPr lang="en-US" b="1" i="1" dirty="0" err="1">
                <a:solidFill>
                  <a:srgbClr val="00B050"/>
                </a:solidFill>
              </a:rPr>
              <a:t>sinif</a:t>
            </a:r>
            <a:r>
              <a:rPr lang="en-US" b="1" i="1" dirty="0">
                <a:solidFill>
                  <a:srgbClr val="00B050"/>
                </a:solidFill>
              </a:rPr>
              <a:t> </a:t>
            </a:r>
            <a:r>
              <a:rPr lang="en-US" b="1" i="1" dirty="0" err="1">
                <a:solidFill>
                  <a:srgbClr val="00B050"/>
                </a:solidFill>
              </a:rPr>
              <a:t>şagirdi</a:t>
            </a:r>
            <a:r>
              <a:rPr lang="en-US" b="1" i="1" dirty="0">
                <a:solidFill>
                  <a:srgbClr val="00B050"/>
                </a:solidFill>
              </a:rPr>
              <a:t> </a:t>
            </a:r>
            <a:r>
              <a:rPr lang="en-US" b="1" i="1" dirty="0" err="1">
                <a:solidFill>
                  <a:srgbClr val="00B050"/>
                </a:solidFill>
              </a:rPr>
              <a:t>Ərəblinski</a:t>
            </a:r>
            <a:r>
              <a:rPr lang="en-US" b="1" i="1" dirty="0">
                <a:solidFill>
                  <a:srgbClr val="00B050"/>
                </a:solidFill>
              </a:rPr>
              <a:t> </a:t>
            </a:r>
            <a:r>
              <a:rPr lang="en-US" b="1" i="1" dirty="0" err="1">
                <a:solidFill>
                  <a:srgbClr val="00B050"/>
                </a:solidFill>
              </a:rPr>
              <a:t>Duyğu</a:t>
            </a:r>
            <a:r>
              <a:rPr lang="en-US" b="1" i="1" dirty="0">
                <a:solidFill>
                  <a:srgbClr val="00B050"/>
                </a:solidFill>
              </a:rPr>
              <a:t> </a:t>
            </a:r>
            <a:r>
              <a:rPr lang="en-US" b="1" i="1" dirty="0" err="1">
                <a:solidFill>
                  <a:srgbClr val="00B050"/>
                </a:solidFill>
              </a:rPr>
              <a:t>Telman</a:t>
            </a:r>
            <a:r>
              <a:rPr lang="en-US" b="1" i="1" dirty="0">
                <a:solidFill>
                  <a:srgbClr val="00B050"/>
                </a:solidFill>
              </a:rPr>
              <a:t> </a:t>
            </a:r>
            <a:r>
              <a:rPr lang="en-US" b="1" i="1" dirty="0" err="1" smtClean="0">
                <a:solidFill>
                  <a:srgbClr val="00B050"/>
                </a:solidFill>
              </a:rPr>
              <a:t>qızı</a:t>
            </a:r>
            <a:r>
              <a:rPr lang="en-US" b="1" i="1" dirty="0" smtClean="0">
                <a:solidFill>
                  <a:srgbClr val="00B050"/>
                </a:solidFill>
              </a:rPr>
              <a:t>-III </a:t>
            </a:r>
            <a:r>
              <a:rPr lang="en-US" b="1" i="1" dirty="0" err="1">
                <a:solidFill>
                  <a:srgbClr val="00B050"/>
                </a:solidFill>
              </a:rPr>
              <a:t>yer</a:t>
            </a:r>
            <a:r>
              <a:rPr lang="en-US" b="1" i="1" dirty="0">
                <a:solidFill>
                  <a:srgbClr val="00B050"/>
                </a:solidFill>
              </a:rPr>
              <a:t> </a:t>
            </a:r>
            <a:r>
              <a:rPr lang="en-US" dirty="0" smtClean="0"/>
              <a:t>,</a:t>
            </a:r>
            <a:r>
              <a:rPr lang="en-US" b="1" i="1" dirty="0">
                <a:solidFill>
                  <a:srgbClr val="00B050"/>
                </a:solidFill>
              </a:rPr>
              <a:t> </a:t>
            </a:r>
            <a:r>
              <a:rPr lang="en-US" b="1" i="1" dirty="0" smtClean="0">
                <a:solidFill>
                  <a:srgbClr val="00B050"/>
                </a:solidFill>
              </a:rPr>
              <a:t>5C</a:t>
            </a:r>
            <a:r>
              <a:rPr lang="az-Latn-AZ" b="1" i="1" dirty="0" smtClean="0">
                <a:solidFill>
                  <a:srgbClr val="00B050"/>
                </a:solidFill>
              </a:rPr>
              <a:t> </a:t>
            </a:r>
            <a:r>
              <a:rPr lang="en-US" b="1" i="1" dirty="0" err="1" smtClean="0">
                <a:solidFill>
                  <a:srgbClr val="00B050"/>
                </a:solidFill>
              </a:rPr>
              <a:t>sinif</a:t>
            </a:r>
            <a:r>
              <a:rPr lang="en-US" b="1" i="1" dirty="0" smtClean="0">
                <a:solidFill>
                  <a:srgbClr val="00B050"/>
                </a:solidFill>
              </a:rPr>
              <a:t> </a:t>
            </a:r>
            <a:r>
              <a:rPr lang="en-US" b="1" i="1" dirty="0" err="1">
                <a:solidFill>
                  <a:srgbClr val="00B050"/>
                </a:solidFill>
              </a:rPr>
              <a:t>şagirdi</a:t>
            </a:r>
            <a:r>
              <a:rPr lang="en-US" b="1" i="1" dirty="0">
                <a:solidFill>
                  <a:srgbClr val="00B050"/>
                </a:solidFill>
              </a:rPr>
              <a:t> </a:t>
            </a:r>
            <a:r>
              <a:rPr lang="en-US" b="1" i="1" dirty="0" err="1">
                <a:solidFill>
                  <a:srgbClr val="00B050"/>
                </a:solidFill>
              </a:rPr>
              <a:t>Tağızadə</a:t>
            </a:r>
            <a:r>
              <a:rPr lang="en-US" b="1" i="1" dirty="0">
                <a:solidFill>
                  <a:srgbClr val="00B050"/>
                </a:solidFill>
              </a:rPr>
              <a:t> </a:t>
            </a:r>
            <a:r>
              <a:rPr lang="en-US" b="1" i="1" dirty="0" err="1">
                <a:solidFill>
                  <a:srgbClr val="00B050"/>
                </a:solidFill>
              </a:rPr>
              <a:t>Lətifə</a:t>
            </a:r>
            <a:r>
              <a:rPr lang="en-US" b="1" i="1" dirty="0">
                <a:solidFill>
                  <a:srgbClr val="00B050"/>
                </a:solidFill>
              </a:rPr>
              <a:t> </a:t>
            </a:r>
            <a:r>
              <a:rPr lang="en-US" b="1" i="1" dirty="0" err="1">
                <a:solidFill>
                  <a:srgbClr val="00B050"/>
                </a:solidFill>
              </a:rPr>
              <a:t>Asəf</a:t>
            </a:r>
            <a:r>
              <a:rPr lang="en-US" b="1" i="1" dirty="0">
                <a:solidFill>
                  <a:srgbClr val="00B050"/>
                </a:solidFill>
              </a:rPr>
              <a:t> </a:t>
            </a:r>
            <a:r>
              <a:rPr lang="en-US" b="1" i="1" dirty="0" err="1" smtClean="0">
                <a:solidFill>
                  <a:srgbClr val="00B050"/>
                </a:solidFill>
              </a:rPr>
              <a:t>qızı</a:t>
            </a:r>
            <a:r>
              <a:rPr lang="en-US" b="1" i="1" dirty="0" smtClean="0">
                <a:solidFill>
                  <a:srgbClr val="00B050"/>
                </a:solidFill>
              </a:rPr>
              <a:t>-II </a:t>
            </a:r>
            <a:r>
              <a:rPr lang="en-US" b="1" i="1" dirty="0" err="1">
                <a:solidFill>
                  <a:srgbClr val="00B050"/>
                </a:solidFill>
              </a:rPr>
              <a:t>yer</a:t>
            </a:r>
            <a:r>
              <a:rPr lang="en-US" b="1" i="1" dirty="0">
                <a:solidFill>
                  <a:srgbClr val="00B050"/>
                </a:solidFill>
              </a:rPr>
              <a:t> </a:t>
            </a:r>
            <a:r>
              <a:rPr lang="en-US" dirty="0" err="1"/>
              <a:t>və</a:t>
            </a:r>
            <a:r>
              <a:rPr lang="en-US" dirty="0"/>
              <a:t> </a:t>
            </a:r>
            <a:r>
              <a:rPr lang="en-US" b="1" i="1" dirty="0">
                <a:solidFill>
                  <a:srgbClr val="00B050"/>
                </a:solidFill>
              </a:rPr>
              <a:t>9B </a:t>
            </a:r>
            <a:r>
              <a:rPr lang="en-US" b="1" i="1" dirty="0" err="1">
                <a:solidFill>
                  <a:srgbClr val="00B050"/>
                </a:solidFill>
              </a:rPr>
              <a:t>sinif</a:t>
            </a:r>
            <a:r>
              <a:rPr lang="en-US" b="1" i="1" dirty="0">
                <a:solidFill>
                  <a:srgbClr val="00B050"/>
                </a:solidFill>
              </a:rPr>
              <a:t> </a:t>
            </a:r>
            <a:r>
              <a:rPr lang="en-US" b="1" i="1" dirty="0" err="1">
                <a:solidFill>
                  <a:srgbClr val="00B050"/>
                </a:solidFill>
              </a:rPr>
              <a:t>şagirdi</a:t>
            </a:r>
            <a:r>
              <a:rPr lang="en-US" b="1" i="1" dirty="0">
                <a:solidFill>
                  <a:srgbClr val="00B050"/>
                </a:solidFill>
              </a:rPr>
              <a:t> </a:t>
            </a:r>
            <a:r>
              <a:rPr lang="en-US" b="1" i="1" dirty="0" err="1">
                <a:solidFill>
                  <a:srgbClr val="00B050"/>
                </a:solidFill>
              </a:rPr>
              <a:t>Cəfərova</a:t>
            </a:r>
            <a:r>
              <a:rPr lang="en-US" b="1" i="1" dirty="0">
                <a:solidFill>
                  <a:srgbClr val="00B050"/>
                </a:solidFill>
              </a:rPr>
              <a:t> </a:t>
            </a:r>
            <a:r>
              <a:rPr lang="en-US" b="1" i="1" dirty="0" err="1">
                <a:solidFill>
                  <a:srgbClr val="00B050"/>
                </a:solidFill>
              </a:rPr>
              <a:t>Aygün</a:t>
            </a:r>
            <a:r>
              <a:rPr lang="en-US" b="1" i="1" dirty="0">
                <a:solidFill>
                  <a:srgbClr val="00B050"/>
                </a:solidFill>
              </a:rPr>
              <a:t> </a:t>
            </a:r>
            <a:r>
              <a:rPr lang="en-US" b="1" i="1" dirty="0" err="1">
                <a:solidFill>
                  <a:srgbClr val="00B050"/>
                </a:solidFill>
              </a:rPr>
              <a:t>Akif</a:t>
            </a:r>
            <a:r>
              <a:rPr lang="en-US" b="1" i="1" dirty="0">
                <a:solidFill>
                  <a:srgbClr val="00B050"/>
                </a:solidFill>
              </a:rPr>
              <a:t> </a:t>
            </a:r>
            <a:r>
              <a:rPr lang="en-US" b="1" i="1" dirty="0" err="1" smtClean="0">
                <a:solidFill>
                  <a:srgbClr val="00B050"/>
                </a:solidFill>
              </a:rPr>
              <a:t>qızı</a:t>
            </a:r>
            <a:r>
              <a:rPr lang="az-Latn-AZ" b="1" i="1" dirty="0" smtClean="0">
                <a:solidFill>
                  <a:srgbClr val="00B050"/>
                </a:solidFill>
              </a:rPr>
              <a:t> </a:t>
            </a:r>
            <a:r>
              <a:rPr lang="en-US" b="1" i="1" dirty="0" err="1" smtClean="0">
                <a:solidFill>
                  <a:srgbClr val="00B050"/>
                </a:solidFill>
              </a:rPr>
              <a:t>isə</a:t>
            </a:r>
            <a:r>
              <a:rPr lang="en-US" b="1" i="1" dirty="0" smtClean="0">
                <a:solidFill>
                  <a:srgbClr val="00B050"/>
                </a:solidFill>
              </a:rPr>
              <a:t> </a:t>
            </a:r>
            <a:r>
              <a:rPr lang="rue-Cyrl" b="1" i="1" dirty="0" smtClean="0">
                <a:solidFill>
                  <a:srgbClr val="00B050"/>
                </a:solidFill>
              </a:rPr>
              <a:t>“</a:t>
            </a:r>
            <a:r>
              <a:rPr lang="en-US" b="1" i="1" dirty="0" err="1" smtClean="0">
                <a:solidFill>
                  <a:srgbClr val="00B050"/>
                </a:solidFill>
              </a:rPr>
              <a:t>Fərqlənmə</a:t>
            </a:r>
            <a:r>
              <a:rPr lang="rue-Cyrl" b="1" i="1" dirty="0" smtClean="0">
                <a:solidFill>
                  <a:srgbClr val="00B050"/>
                </a:solidFill>
              </a:rPr>
              <a:t>”</a:t>
            </a:r>
            <a:r>
              <a:rPr lang="en-US" b="1" i="1" dirty="0" smtClean="0">
                <a:solidFill>
                  <a:srgbClr val="00B050"/>
                </a:solidFill>
              </a:rPr>
              <a:t> </a:t>
            </a:r>
            <a:r>
              <a:rPr lang="en-US" dirty="0" err="1"/>
              <a:t>diplomları</a:t>
            </a:r>
            <a:r>
              <a:rPr lang="en-US" dirty="0"/>
              <a:t> </a:t>
            </a:r>
            <a:r>
              <a:rPr lang="en-US" dirty="0" err="1"/>
              <a:t>ilə</a:t>
            </a:r>
            <a:r>
              <a:rPr lang="en-US" dirty="0"/>
              <a:t> </a:t>
            </a:r>
            <a:r>
              <a:rPr lang="en-US" dirty="0" err="1"/>
              <a:t>təltif</a:t>
            </a:r>
            <a:r>
              <a:rPr lang="en-US" dirty="0"/>
              <a:t> </a:t>
            </a:r>
            <a:r>
              <a:rPr lang="en-US" dirty="0" err="1"/>
              <a:t>olundular</a:t>
            </a:r>
            <a:r>
              <a:rPr lang="en-US" dirty="0" smtClean="0"/>
              <a:t>.</a:t>
            </a:r>
            <a:endParaRPr lang="az-Latn-AZ" dirty="0" smtClean="0"/>
          </a:p>
        </p:txBody>
      </p:sp>
      <p:pic>
        <p:nvPicPr>
          <p:cNvPr id="4" name="Picture 3"/>
          <p:cNvPicPr>
            <a:picLocks noChangeAspect="1"/>
          </p:cNvPicPr>
          <p:nvPr/>
        </p:nvPicPr>
        <p:blipFill>
          <a:blip r:embed="rId3"/>
          <a:stretch>
            <a:fillRect/>
          </a:stretch>
        </p:blipFill>
        <p:spPr>
          <a:xfrm>
            <a:off x="9335425" y="0"/>
            <a:ext cx="2050241" cy="2642934"/>
          </a:xfrm>
          <a:prstGeom prst="rect">
            <a:avLst/>
          </a:prstGeom>
        </p:spPr>
      </p:pic>
      <p:pic>
        <p:nvPicPr>
          <p:cNvPr id="5" name="Picture 4"/>
          <p:cNvPicPr>
            <a:picLocks noChangeAspect="1"/>
          </p:cNvPicPr>
          <p:nvPr/>
        </p:nvPicPr>
        <p:blipFill>
          <a:blip r:embed="rId4"/>
          <a:stretch>
            <a:fillRect/>
          </a:stretch>
        </p:blipFill>
        <p:spPr>
          <a:xfrm>
            <a:off x="10018049" y="2889831"/>
            <a:ext cx="1892877" cy="191296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p:cNvPicPr>
            <a:picLocks noChangeAspect="1"/>
          </p:cNvPicPr>
          <p:nvPr/>
        </p:nvPicPr>
        <p:blipFill>
          <a:blip r:embed="rId5"/>
          <a:stretch>
            <a:fillRect/>
          </a:stretch>
        </p:blipFill>
        <p:spPr>
          <a:xfrm>
            <a:off x="8998527" y="5207472"/>
            <a:ext cx="3200400" cy="16505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594769311"/>
      </p:ext>
    </p:extLst>
  </p:cSld>
  <p:clrMapOvr>
    <a:masterClrMapping/>
  </p:clrMapOvr>
  <p:transition spd="slow">
    <p:comb/>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err="1"/>
              <a:t>Binəqədi</a:t>
            </a:r>
            <a:r>
              <a:rPr lang="en-US" dirty="0"/>
              <a:t> Rayon </a:t>
            </a:r>
            <a:r>
              <a:rPr lang="en-US" dirty="0" err="1"/>
              <a:t>İcra</a:t>
            </a:r>
            <a:r>
              <a:rPr lang="en-US" dirty="0"/>
              <a:t> </a:t>
            </a:r>
            <a:r>
              <a:rPr lang="en-US" dirty="0" err="1" smtClean="0"/>
              <a:t>Hakimiyyəti</a:t>
            </a:r>
            <a:r>
              <a:rPr lang="az-Latn-AZ" dirty="0" smtClean="0"/>
              <a:t>,</a:t>
            </a:r>
            <a:r>
              <a:rPr lang="en-US" dirty="0" smtClean="0"/>
              <a:t> </a:t>
            </a:r>
            <a:r>
              <a:rPr lang="en-US" dirty="0" err="1"/>
              <a:t>Binəqədi</a:t>
            </a:r>
            <a:r>
              <a:rPr lang="en-US" dirty="0"/>
              <a:t> rayon </a:t>
            </a:r>
            <a:r>
              <a:rPr lang="en-US" dirty="0" err="1"/>
              <a:t>Gənclər</a:t>
            </a:r>
            <a:r>
              <a:rPr lang="en-US" dirty="0"/>
              <a:t> </a:t>
            </a:r>
            <a:r>
              <a:rPr lang="en-US" dirty="0" err="1"/>
              <a:t>və</a:t>
            </a:r>
            <a:r>
              <a:rPr lang="en-US" dirty="0"/>
              <a:t> </a:t>
            </a:r>
            <a:r>
              <a:rPr lang="en-US" dirty="0" err="1"/>
              <a:t>İdman</a:t>
            </a:r>
            <a:r>
              <a:rPr lang="en-US" dirty="0"/>
              <a:t> </a:t>
            </a:r>
            <a:r>
              <a:rPr lang="en-US" dirty="0" err="1"/>
              <a:t>İdarəsinin</a:t>
            </a:r>
            <a:r>
              <a:rPr lang="en-US" dirty="0"/>
              <a:t> </a:t>
            </a:r>
            <a:r>
              <a:rPr lang="en-US" dirty="0" err="1"/>
              <a:t>təşkil</a:t>
            </a:r>
            <a:r>
              <a:rPr lang="en-US" dirty="0"/>
              <a:t> </a:t>
            </a:r>
            <a:r>
              <a:rPr lang="en-US" dirty="0" err="1"/>
              <a:t>etdiyi</a:t>
            </a:r>
            <a:r>
              <a:rPr lang="en-US" dirty="0"/>
              <a:t> </a:t>
            </a:r>
            <a:r>
              <a:rPr lang="en-US" dirty="0" err="1"/>
              <a:t>Ümummilli</a:t>
            </a:r>
            <a:r>
              <a:rPr lang="en-US" dirty="0"/>
              <a:t> </a:t>
            </a:r>
            <a:r>
              <a:rPr lang="en-US" dirty="0" err="1"/>
              <a:t>lider</a:t>
            </a:r>
            <a:r>
              <a:rPr lang="en-US" dirty="0"/>
              <a:t> </a:t>
            </a:r>
            <a:r>
              <a:rPr lang="en-US" dirty="0" err="1"/>
              <a:t>Heydər</a:t>
            </a:r>
            <a:r>
              <a:rPr lang="en-US" dirty="0"/>
              <a:t> </a:t>
            </a:r>
            <a:r>
              <a:rPr lang="en-US" dirty="0" err="1"/>
              <a:t>Əliyevin</a:t>
            </a:r>
            <a:r>
              <a:rPr lang="en-US" dirty="0"/>
              <a:t> </a:t>
            </a:r>
            <a:r>
              <a:rPr lang="en-US" dirty="0" err="1"/>
              <a:t>anadan</a:t>
            </a:r>
            <a:r>
              <a:rPr lang="en-US" dirty="0"/>
              <a:t> </a:t>
            </a:r>
            <a:r>
              <a:rPr lang="en-US" dirty="0" err="1"/>
              <a:t>olmasının</a:t>
            </a:r>
            <a:r>
              <a:rPr lang="en-US" dirty="0"/>
              <a:t> 98-ci </a:t>
            </a:r>
            <a:r>
              <a:rPr lang="en-US" dirty="0" err="1"/>
              <a:t>ildönümünün</a:t>
            </a:r>
            <a:r>
              <a:rPr lang="en-US" dirty="0"/>
              <a:t> </a:t>
            </a:r>
            <a:r>
              <a:rPr lang="en-US" dirty="0" err="1"/>
              <a:t>qeyd</a:t>
            </a:r>
            <a:r>
              <a:rPr lang="en-US" dirty="0"/>
              <a:t> </a:t>
            </a:r>
            <a:r>
              <a:rPr lang="en-US" dirty="0" err="1"/>
              <a:t>olunması</a:t>
            </a:r>
            <a:r>
              <a:rPr lang="az-Latn-AZ" dirty="0"/>
              <a:t> ilə bağlı </a:t>
            </a:r>
            <a:r>
              <a:rPr lang="az-Latn-AZ" dirty="0" smtClean="0"/>
              <a:t>videomüsabiqədə </a:t>
            </a:r>
            <a:r>
              <a:rPr lang="en-US" b="1" i="1" dirty="0">
                <a:solidFill>
                  <a:srgbClr val="00B050"/>
                </a:solidFill>
              </a:rPr>
              <a:t>5d </a:t>
            </a:r>
            <a:r>
              <a:rPr lang="en-US" b="1" i="1" dirty="0" err="1">
                <a:solidFill>
                  <a:srgbClr val="00B050"/>
                </a:solidFill>
              </a:rPr>
              <a:t>sinif</a:t>
            </a:r>
            <a:r>
              <a:rPr lang="en-US" b="1" i="1" dirty="0">
                <a:solidFill>
                  <a:srgbClr val="00B050"/>
                </a:solidFill>
              </a:rPr>
              <a:t> </a:t>
            </a:r>
            <a:r>
              <a:rPr lang="en-US" b="1" i="1" dirty="0" err="1">
                <a:solidFill>
                  <a:srgbClr val="00B050"/>
                </a:solidFill>
              </a:rPr>
              <a:t>şagirdi</a:t>
            </a:r>
            <a:r>
              <a:rPr lang="en-US" b="1" i="1" dirty="0">
                <a:solidFill>
                  <a:srgbClr val="00B050"/>
                </a:solidFill>
              </a:rPr>
              <a:t> </a:t>
            </a:r>
            <a:r>
              <a:rPr lang="en-US" b="1" i="1" dirty="0" err="1">
                <a:solidFill>
                  <a:srgbClr val="00B050"/>
                </a:solidFill>
              </a:rPr>
              <a:t>Lətifli</a:t>
            </a:r>
            <a:r>
              <a:rPr lang="en-US" b="1" i="1" dirty="0">
                <a:solidFill>
                  <a:srgbClr val="00B050"/>
                </a:solidFill>
              </a:rPr>
              <a:t> </a:t>
            </a:r>
            <a:r>
              <a:rPr lang="en-US" b="1" i="1" dirty="0" err="1">
                <a:solidFill>
                  <a:srgbClr val="00B050"/>
                </a:solidFill>
              </a:rPr>
              <a:t>Nərminə</a:t>
            </a:r>
            <a:r>
              <a:rPr lang="en-US" b="1" i="1" dirty="0">
                <a:solidFill>
                  <a:srgbClr val="00B050"/>
                </a:solidFill>
              </a:rPr>
              <a:t> </a:t>
            </a:r>
            <a:r>
              <a:rPr lang="en-US" b="1" i="1" dirty="0" err="1">
                <a:solidFill>
                  <a:srgbClr val="00B050"/>
                </a:solidFill>
              </a:rPr>
              <a:t>və</a:t>
            </a:r>
            <a:r>
              <a:rPr lang="en-US" b="1" i="1" dirty="0">
                <a:solidFill>
                  <a:srgbClr val="00B050"/>
                </a:solidFill>
              </a:rPr>
              <a:t> 8ç </a:t>
            </a:r>
            <a:r>
              <a:rPr lang="en-US" b="1" i="1" dirty="0" err="1">
                <a:solidFill>
                  <a:srgbClr val="00B050"/>
                </a:solidFill>
              </a:rPr>
              <a:t>sinif</a:t>
            </a:r>
            <a:r>
              <a:rPr lang="en-US" b="1" i="1" dirty="0">
                <a:solidFill>
                  <a:srgbClr val="00B050"/>
                </a:solidFill>
              </a:rPr>
              <a:t> </a:t>
            </a:r>
            <a:r>
              <a:rPr lang="en-US" b="1" i="1" dirty="0" err="1">
                <a:solidFill>
                  <a:srgbClr val="00B050"/>
                </a:solidFill>
              </a:rPr>
              <a:t>şagirdi</a:t>
            </a:r>
            <a:r>
              <a:rPr lang="en-US" b="1" i="1" dirty="0">
                <a:solidFill>
                  <a:srgbClr val="00B050"/>
                </a:solidFill>
              </a:rPr>
              <a:t> </a:t>
            </a:r>
            <a:r>
              <a:rPr lang="en-US" b="1" i="1" dirty="0" err="1">
                <a:solidFill>
                  <a:srgbClr val="00B050"/>
                </a:solidFill>
              </a:rPr>
              <a:t>Quliyeva</a:t>
            </a:r>
            <a:r>
              <a:rPr lang="en-US" b="1" i="1" dirty="0">
                <a:solidFill>
                  <a:srgbClr val="00B050"/>
                </a:solidFill>
              </a:rPr>
              <a:t> </a:t>
            </a:r>
            <a:r>
              <a:rPr lang="en-US" b="1" i="1" dirty="0" err="1">
                <a:solidFill>
                  <a:srgbClr val="00B050"/>
                </a:solidFill>
              </a:rPr>
              <a:t>Sevgi</a:t>
            </a:r>
            <a:r>
              <a:rPr lang="en-US" b="1" i="1" dirty="0">
                <a:solidFill>
                  <a:srgbClr val="00B050"/>
                </a:solidFill>
              </a:rPr>
              <a:t> "</a:t>
            </a:r>
            <a:r>
              <a:rPr lang="en-US" b="1" i="1" dirty="0" err="1" smtClean="0">
                <a:solidFill>
                  <a:srgbClr val="00B050"/>
                </a:solidFill>
              </a:rPr>
              <a:t>Fərqlənmə</a:t>
            </a:r>
            <a:r>
              <a:rPr lang="en-US" b="1" i="1" dirty="0" smtClean="0">
                <a:solidFill>
                  <a:srgbClr val="00B050"/>
                </a:solidFill>
              </a:rPr>
              <a:t>“</a:t>
            </a:r>
            <a:r>
              <a:rPr lang="en-US" dirty="0"/>
              <a:t>  </a:t>
            </a:r>
            <a:r>
              <a:rPr lang="az-Latn-AZ" dirty="0" smtClean="0"/>
              <a:t>diplomu ilə təltif olundular.</a:t>
            </a:r>
            <a:endParaRPr lang="az-Latn-AZ" dirty="0"/>
          </a:p>
          <a:p>
            <a:r>
              <a:rPr lang="en-US" dirty="0" err="1"/>
              <a:t>Bakı</a:t>
            </a:r>
            <a:r>
              <a:rPr lang="en-US" dirty="0"/>
              <a:t> </a:t>
            </a:r>
            <a:r>
              <a:rPr lang="en-US" dirty="0" err="1"/>
              <a:t>Şəhər</a:t>
            </a:r>
            <a:r>
              <a:rPr lang="en-US" dirty="0"/>
              <a:t> </a:t>
            </a:r>
            <a:r>
              <a:rPr lang="en-US" dirty="0" err="1"/>
              <a:t>Gənclər</a:t>
            </a:r>
            <a:r>
              <a:rPr lang="en-US" dirty="0"/>
              <a:t> </a:t>
            </a:r>
            <a:r>
              <a:rPr lang="en-US" dirty="0" err="1"/>
              <a:t>və</a:t>
            </a:r>
            <a:r>
              <a:rPr lang="en-US" dirty="0"/>
              <a:t> </a:t>
            </a:r>
            <a:r>
              <a:rPr lang="en-US" dirty="0" err="1"/>
              <a:t>İdman</a:t>
            </a:r>
            <a:r>
              <a:rPr lang="en-US" dirty="0"/>
              <a:t> </a:t>
            </a:r>
            <a:r>
              <a:rPr lang="en-US" dirty="0" err="1"/>
              <a:t>Baş</a:t>
            </a:r>
            <a:r>
              <a:rPr lang="en-US" dirty="0"/>
              <a:t> </a:t>
            </a:r>
            <a:r>
              <a:rPr lang="en-US" dirty="0" err="1"/>
              <a:t>İdarəsi</a:t>
            </a:r>
            <a:r>
              <a:rPr lang="en-US" dirty="0"/>
              <a:t>, </a:t>
            </a:r>
            <a:r>
              <a:rPr lang="en-US" dirty="0" err="1"/>
              <a:t>Gəncliyə</a:t>
            </a:r>
            <a:r>
              <a:rPr lang="en-US" dirty="0"/>
              <a:t> </a:t>
            </a:r>
            <a:r>
              <a:rPr lang="en-US" dirty="0" err="1"/>
              <a:t>Yardım</a:t>
            </a:r>
            <a:r>
              <a:rPr lang="en-US" dirty="0"/>
              <a:t> </a:t>
            </a:r>
            <a:r>
              <a:rPr lang="en-US" dirty="0" err="1"/>
              <a:t>Fondu</a:t>
            </a:r>
            <a:r>
              <a:rPr lang="en-US" dirty="0"/>
              <a:t>, </a:t>
            </a:r>
            <a:r>
              <a:rPr lang="en-US" dirty="0" err="1"/>
              <a:t>Təxris</a:t>
            </a:r>
            <a:r>
              <a:rPr lang="en-US" dirty="0"/>
              <a:t> </a:t>
            </a:r>
            <a:r>
              <a:rPr lang="en-US" dirty="0" err="1"/>
              <a:t>Olunmuş</a:t>
            </a:r>
            <a:r>
              <a:rPr lang="en-US" dirty="0"/>
              <a:t> </a:t>
            </a:r>
            <a:r>
              <a:rPr lang="en-US" dirty="0" err="1"/>
              <a:t>Hərbçilərin</a:t>
            </a:r>
            <a:r>
              <a:rPr lang="en-US" dirty="0"/>
              <a:t> </a:t>
            </a:r>
            <a:r>
              <a:rPr lang="en-US" dirty="0" err="1"/>
              <a:t>Gəncləri</a:t>
            </a:r>
            <a:r>
              <a:rPr lang="en-US" dirty="0"/>
              <a:t> </a:t>
            </a:r>
            <a:r>
              <a:rPr lang="en-US" dirty="0" err="1"/>
              <a:t>Maarifləndirmə</a:t>
            </a:r>
            <a:r>
              <a:rPr lang="en-US" dirty="0"/>
              <a:t> </a:t>
            </a:r>
            <a:r>
              <a:rPr lang="en-US" dirty="0" err="1"/>
              <a:t>İctimai</a:t>
            </a:r>
            <a:r>
              <a:rPr lang="en-US" dirty="0"/>
              <a:t> </a:t>
            </a:r>
            <a:r>
              <a:rPr lang="en-US" dirty="0" err="1"/>
              <a:t>Birliyi</a:t>
            </a:r>
            <a:r>
              <a:rPr lang="en-US" dirty="0"/>
              <a:t>,  </a:t>
            </a:r>
            <a:r>
              <a:rPr lang="en-US" dirty="0" err="1"/>
              <a:t>Dünya</a:t>
            </a:r>
            <a:r>
              <a:rPr lang="en-US" dirty="0"/>
              <a:t> </a:t>
            </a:r>
            <a:r>
              <a:rPr lang="en-US" dirty="0" err="1"/>
              <a:t>Gənc</a:t>
            </a:r>
            <a:r>
              <a:rPr lang="en-US" dirty="0"/>
              <a:t> </a:t>
            </a:r>
            <a:r>
              <a:rPr lang="en-US" dirty="0" err="1"/>
              <a:t>Türk</a:t>
            </a:r>
            <a:r>
              <a:rPr lang="en-US" dirty="0"/>
              <a:t> </a:t>
            </a:r>
            <a:r>
              <a:rPr lang="en-US" dirty="0" err="1"/>
              <a:t>Yazarlar</a:t>
            </a:r>
            <a:r>
              <a:rPr lang="en-US" dirty="0"/>
              <a:t> </a:t>
            </a:r>
            <a:r>
              <a:rPr lang="en-US" dirty="0" err="1"/>
              <a:t>Birliyi</a:t>
            </a:r>
            <a:r>
              <a:rPr lang="en-US" dirty="0"/>
              <a:t> </a:t>
            </a:r>
            <a:r>
              <a:rPr lang="en-US" dirty="0" err="1"/>
              <a:t>və</a:t>
            </a:r>
            <a:r>
              <a:rPr lang="en-US" dirty="0"/>
              <a:t> Light Up Training </a:t>
            </a:r>
            <a:r>
              <a:rPr lang="en-US" dirty="0" err="1"/>
              <a:t>Platformun</a:t>
            </a:r>
            <a:r>
              <a:rPr lang="en-US" dirty="0"/>
              <a:t>  </a:t>
            </a:r>
            <a:r>
              <a:rPr lang="en-US" dirty="0" err="1"/>
              <a:t>təşkilatçılığı</a:t>
            </a:r>
            <a:r>
              <a:rPr lang="en-US" dirty="0"/>
              <a:t> </a:t>
            </a:r>
            <a:r>
              <a:rPr lang="en-US" dirty="0" err="1"/>
              <a:t>ilə</a:t>
            </a:r>
            <a:r>
              <a:rPr lang="en-US" dirty="0"/>
              <a:t> </a:t>
            </a:r>
            <a:r>
              <a:rPr lang="en-US" dirty="0" err="1"/>
              <a:t>həyata</a:t>
            </a:r>
            <a:r>
              <a:rPr lang="en-US" dirty="0"/>
              <a:t> </a:t>
            </a:r>
            <a:r>
              <a:rPr lang="en-US" dirty="0" err="1" smtClean="0"/>
              <a:t>keçiril</a:t>
            </a:r>
            <a:r>
              <a:rPr lang="az-Latn-AZ" dirty="0" smtClean="0"/>
              <a:t>ən</a:t>
            </a:r>
            <a:r>
              <a:rPr lang="en-US" b="1" i="1" cap="all" dirty="0" smtClean="0"/>
              <a:t>“HƏR </a:t>
            </a:r>
            <a:r>
              <a:rPr lang="en-US" b="1" i="1" cap="all" dirty="0"/>
              <a:t>ŞƏHİD BİR ÇİNARDIR” MÖVZUSUNDA İNŞA-YAZI </a:t>
            </a:r>
            <a:r>
              <a:rPr lang="en-US" cap="all" dirty="0" smtClean="0"/>
              <a:t>MÜSABİQƏSİ</a:t>
            </a:r>
            <a:r>
              <a:rPr lang="az-Latn-AZ" cap="all" dirty="0" smtClean="0"/>
              <a:t>ndə </a:t>
            </a:r>
            <a:r>
              <a:rPr lang="en-US" dirty="0"/>
              <a:t>10-cu </a:t>
            </a:r>
            <a:r>
              <a:rPr lang="en-US" dirty="0" err="1"/>
              <a:t>sinif</a:t>
            </a:r>
            <a:r>
              <a:rPr lang="en-US" dirty="0"/>
              <a:t> </a:t>
            </a:r>
            <a:r>
              <a:rPr lang="en-US" dirty="0" err="1"/>
              <a:t>şagirdi</a:t>
            </a:r>
            <a:r>
              <a:rPr lang="en-US" dirty="0"/>
              <a:t> </a:t>
            </a:r>
            <a:r>
              <a:rPr lang="en-US" b="1" i="1" dirty="0" err="1">
                <a:solidFill>
                  <a:srgbClr val="00B050"/>
                </a:solidFill>
              </a:rPr>
              <a:t>Şahbazlı</a:t>
            </a:r>
            <a:r>
              <a:rPr lang="en-US" b="1" i="1" dirty="0">
                <a:solidFill>
                  <a:srgbClr val="00B050"/>
                </a:solidFill>
              </a:rPr>
              <a:t> </a:t>
            </a:r>
            <a:r>
              <a:rPr lang="en-US" b="1" i="1" dirty="0" err="1">
                <a:solidFill>
                  <a:srgbClr val="00B050"/>
                </a:solidFill>
              </a:rPr>
              <a:t>Nərmin</a:t>
            </a:r>
            <a:r>
              <a:rPr lang="en-US" b="1" i="1" dirty="0">
                <a:solidFill>
                  <a:srgbClr val="00B050"/>
                </a:solidFill>
              </a:rPr>
              <a:t> </a:t>
            </a:r>
            <a:r>
              <a:rPr lang="en-US" b="1" i="1" dirty="0" err="1">
                <a:solidFill>
                  <a:srgbClr val="00B050"/>
                </a:solidFill>
              </a:rPr>
              <a:t>Əlihüseyn</a:t>
            </a:r>
            <a:r>
              <a:rPr lang="en-US" b="1" i="1" dirty="0">
                <a:solidFill>
                  <a:srgbClr val="00B050"/>
                </a:solidFill>
              </a:rPr>
              <a:t> </a:t>
            </a:r>
            <a:r>
              <a:rPr lang="en-US" b="1" i="1" dirty="0" err="1" smtClean="0">
                <a:solidFill>
                  <a:srgbClr val="00B050"/>
                </a:solidFill>
              </a:rPr>
              <a:t>qızı</a:t>
            </a:r>
            <a:r>
              <a:rPr lang="rue-Cyrl" b="1" i="1" dirty="0">
                <a:solidFill>
                  <a:srgbClr val="00B050"/>
                </a:solidFill>
              </a:rPr>
              <a:t> </a:t>
            </a:r>
            <a:r>
              <a:rPr lang="rue-Cyrl" b="1" i="1" dirty="0" smtClean="0">
                <a:solidFill>
                  <a:srgbClr val="00B050"/>
                </a:solidFill>
              </a:rPr>
              <a:t> “</a:t>
            </a:r>
            <a:r>
              <a:rPr lang="az-Latn-AZ" b="1" i="1" dirty="0" smtClean="0">
                <a:solidFill>
                  <a:srgbClr val="00B050"/>
                </a:solidFill>
              </a:rPr>
              <a:t>Fərqlənmə</a:t>
            </a:r>
            <a:r>
              <a:rPr lang="rue-Cyrl" b="1" i="1" dirty="0" smtClean="0">
                <a:solidFill>
                  <a:srgbClr val="00B050"/>
                </a:solidFill>
              </a:rPr>
              <a:t>”</a:t>
            </a:r>
            <a:r>
              <a:rPr lang="rue-Cyrl" dirty="0"/>
              <a:t> </a:t>
            </a:r>
            <a:r>
              <a:rPr lang="az-Latn-AZ" dirty="0" smtClean="0"/>
              <a:t>diplomu ilə təltif olundu.</a:t>
            </a:r>
            <a:endParaRPr lang="en-US" dirty="0"/>
          </a:p>
        </p:txBody>
      </p:sp>
      <p:pic>
        <p:nvPicPr>
          <p:cNvPr id="4" name="Picture 3"/>
          <p:cNvPicPr>
            <a:picLocks noChangeAspect="1"/>
          </p:cNvPicPr>
          <p:nvPr/>
        </p:nvPicPr>
        <p:blipFill>
          <a:blip r:embed="rId2"/>
          <a:stretch>
            <a:fillRect/>
          </a:stretch>
        </p:blipFill>
        <p:spPr>
          <a:xfrm>
            <a:off x="5200623" y="-212565"/>
            <a:ext cx="2625773" cy="237315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5" name="Picture 4"/>
          <p:cNvPicPr>
            <a:picLocks noChangeAspect="1"/>
          </p:cNvPicPr>
          <p:nvPr/>
        </p:nvPicPr>
        <p:blipFill>
          <a:blip r:embed="rId3"/>
          <a:stretch>
            <a:fillRect/>
          </a:stretch>
        </p:blipFill>
        <p:spPr>
          <a:xfrm>
            <a:off x="9048019" y="-212565"/>
            <a:ext cx="2183476" cy="260473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6" name="Picture 5"/>
          <p:cNvPicPr>
            <a:picLocks noChangeAspect="1"/>
          </p:cNvPicPr>
          <p:nvPr/>
        </p:nvPicPr>
        <p:blipFill>
          <a:blip r:embed="rId4"/>
          <a:stretch>
            <a:fillRect/>
          </a:stretch>
        </p:blipFill>
        <p:spPr>
          <a:xfrm>
            <a:off x="8678488" y="4896197"/>
            <a:ext cx="3041072" cy="17612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p:cNvPicPr>
            <a:picLocks noChangeAspect="1"/>
          </p:cNvPicPr>
          <p:nvPr/>
        </p:nvPicPr>
        <p:blipFill>
          <a:blip r:embed="rId5"/>
          <a:stretch>
            <a:fillRect/>
          </a:stretch>
        </p:blipFill>
        <p:spPr>
          <a:xfrm>
            <a:off x="10229635" y="2385751"/>
            <a:ext cx="1838828" cy="2227811"/>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10" name="Picture 9"/>
          <p:cNvPicPr>
            <a:picLocks noChangeAspect="1"/>
          </p:cNvPicPr>
          <p:nvPr/>
        </p:nvPicPr>
        <p:blipFill>
          <a:blip r:embed="rId6"/>
          <a:stretch>
            <a:fillRect/>
          </a:stretch>
        </p:blipFill>
        <p:spPr>
          <a:xfrm>
            <a:off x="1410080" y="115095"/>
            <a:ext cx="2301731" cy="19304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713657329"/>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z-Latn-AZ" dirty="0" smtClean="0">
                <a:solidFill>
                  <a:srgbClr val="FF0000"/>
                </a:solidFill>
              </a:rPr>
              <a:t>Fənn olimpiadaları</a:t>
            </a:r>
            <a:endParaRPr lang="en-US" dirty="0">
              <a:solidFill>
                <a:srgbClr val="FF0000"/>
              </a:solidFill>
            </a:endParaRPr>
          </a:p>
        </p:txBody>
      </p:sp>
      <p:sp>
        <p:nvSpPr>
          <p:cNvPr id="3" name="Content Placeholder 2"/>
          <p:cNvSpPr>
            <a:spLocks noGrp="1"/>
          </p:cNvSpPr>
          <p:nvPr>
            <p:ph idx="1"/>
          </p:nvPr>
        </p:nvSpPr>
        <p:spPr>
          <a:xfrm>
            <a:off x="579082" y="1507446"/>
            <a:ext cx="8596668" cy="3880773"/>
          </a:xfrm>
        </p:spPr>
        <p:txBody>
          <a:bodyPr/>
          <a:lstStyle/>
          <a:p>
            <a:r>
              <a:rPr lang="en-US" dirty="0" err="1"/>
              <a:t>Ümumi</a:t>
            </a:r>
            <a:r>
              <a:rPr lang="en-US" dirty="0"/>
              <a:t> </a:t>
            </a:r>
            <a:r>
              <a:rPr lang="en-US" dirty="0" err="1"/>
              <a:t>məktəb</a:t>
            </a:r>
            <a:r>
              <a:rPr lang="en-US" dirty="0"/>
              <a:t> </a:t>
            </a:r>
            <a:r>
              <a:rPr lang="en-US" dirty="0" err="1"/>
              <a:t>üzrə</a:t>
            </a:r>
            <a:r>
              <a:rPr lang="en-US" dirty="0"/>
              <a:t> IX-XI </a:t>
            </a:r>
            <a:r>
              <a:rPr lang="en-US" dirty="0" err="1" smtClean="0"/>
              <a:t>siniflər</a:t>
            </a:r>
            <a:r>
              <a:rPr lang="az-Latn-AZ" dirty="0" smtClean="0"/>
              <a:t> üzrə</a:t>
            </a:r>
            <a:r>
              <a:rPr lang="en-US" dirty="0" smtClean="0"/>
              <a:t> </a:t>
            </a:r>
            <a:r>
              <a:rPr lang="en-US" dirty="0" err="1"/>
              <a:t>fənn</a:t>
            </a:r>
            <a:r>
              <a:rPr lang="en-US" dirty="0"/>
              <a:t> </a:t>
            </a:r>
            <a:r>
              <a:rPr lang="en-US" dirty="0" err="1"/>
              <a:t>olimpiadasının</a:t>
            </a:r>
            <a:r>
              <a:rPr lang="en-US" dirty="0"/>
              <a:t> </a:t>
            </a:r>
            <a:r>
              <a:rPr lang="en-US" dirty="0" err="1"/>
              <a:t>məktəb</a:t>
            </a:r>
            <a:r>
              <a:rPr lang="en-US" dirty="0"/>
              <a:t> </a:t>
            </a:r>
            <a:r>
              <a:rPr lang="en-US" dirty="0" err="1"/>
              <a:t>turunda</a:t>
            </a:r>
            <a:r>
              <a:rPr lang="en-US" dirty="0"/>
              <a:t> 96 </a:t>
            </a:r>
            <a:r>
              <a:rPr lang="en-US" dirty="0" err="1"/>
              <a:t>şagird</a:t>
            </a:r>
            <a:r>
              <a:rPr lang="en-US" dirty="0"/>
              <a:t> </a:t>
            </a:r>
            <a:r>
              <a:rPr lang="en-US" dirty="0" err="1"/>
              <a:t>iştirak</a:t>
            </a:r>
            <a:r>
              <a:rPr lang="en-US" dirty="0"/>
              <a:t> </a:t>
            </a:r>
            <a:r>
              <a:rPr lang="en-US" dirty="0" err="1" smtClean="0"/>
              <a:t>etmiş</a:t>
            </a:r>
            <a:r>
              <a:rPr lang="az-Latn-AZ" dirty="0" smtClean="0"/>
              <a:t>dir.</a:t>
            </a:r>
            <a:r>
              <a:rPr lang="en-US" dirty="0" smtClean="0"/>
              <a:t> </a:t>
            </a:r>
            <a:r>
              <a:rPr lang="az-Latn-AZ" dirty="0" smtClean="0"/>
              <a:t>O</a:t>
            </a:r>
            <a:r>
              <a:rPr lang="en-US" dirty="0" err="1" smtClean="0"/>
              <a:t>nlardan</a:t>
            </a:r>
            <a:r>
              <a:rPr lang="en-US" dirty="0" smtClean="0"/>
              <a:t> </a:t>
            </a:r>
            <a:r>
              <a:rPr lang="en-US" dirty="0" err="1"/>
              <a:t>şəhər</a:t>
            </a:r>
            <a:r>
              <a:rPr lang="en-US" dirty="0"/>
              <a:t> </a:t>
            </a:r>
            <a:r>
              <a:rPr lang="en-US" dirty="0" err="1"/>
              <a:t>turunun</a:t>
            </a:r>
            <a:r>
              <a:rPr lang="en-US" dirty="0"/>
              <a:t>  I </a:t>
            </a:r>
            <a:r>
              <a:rPr lang="en-US" dirty="0" err="1"/>
              <a:t>mərhələsinə</a:t>
            </a:r>
            <a:r>
              <a:rPr lang="en-US" dirty="0"/>
              <a:t> 16 </a:t>
            </a:r>
            <a:r>
              <a:rPr lang="en-US" dirty="0" err="1" smtClean="0"/>
              <a:t>şagird</a:t>
            </a:r>
            <a:r>
              <a:rPr lang="az-Latn-AZ" dirty="0" smtClean="0"/>
              <a:t>,</a:t>
            </a:r>
            <a:r>
              <a:rPr lang="en-US" dirty="0" smtClean="0"/>
              <a:t> </a:t>
            </a:r>
            <a:r>
              <a:rPr lang="en-US" dirty="0" err="1" smtClean="0"/>
              <a:t>şəhər</a:t>
            </a:r>
            <a:r>
              <a:rPr lang="en-US" dirty="0" smtClean="0"/>
              <a:t> </a:t>
            </a:r>
            <a:r>
              <a:rPr lang="en-US" dirty="0" err="1"/>
              <a:t>turunun</a:t>
            </a:r>
            <a:r>
              <a:rPr lang="en-US" dirty="0"/>
              <a:t> II </a:t>
            </a:r>
            <a:r>
              <a:rPr lang="en-US" dirty="0" err="1" smtClean="0"/>
              <a:t>mərhələsin</a:t>
            </a:r>
            <a:r>
              <a:rPr lang="az-Latn-AZ" dirty="0" smtClean="0"/>
              <a:t>ə</a:t>
            </a:r>
            <a:r>
              <a:rPr lang="en-US" dirty="0" smtClean="0"/>
              <a:t> </a:t>
            </a:r>
            <a:r>
              <a:rPr lang="az-Latn-AZ" dirty="0" smtClean="0"/>
              <a:t>isə </a:t>
            </a:r>
            <a:r>
              <a:rPr lang="en-US" dirty="0" smtClean="0"/>
              <a:t>4 </a:t>
            </a:r>
            <a:r>
              <a:rPr lang="en-US" dirty="0" err="1"/>
              <a:t>şagird</a:t>
            </a:r>
            <a:r>
              <a:rPr lang="en-US" dirty="0"/>
              <a:t> </a:t>
            </a:r>
            <a:r>
              <a:rPr lang="en-US" dirty="0" err="1"/>
              <a:t>vəsiqə</a:t>
            </a:r>
            <a:r>
              <a:rPr lang="en-US" dirty="0"/>
              <a:t> </a:t>
            </a:r>
            <a:r>
              <a:rPr lang="en-US" dirty="0" err="1" smtClean="0"/>
              <a:t>qazanmış</a:t>
            </a:r>
            <a:r>
              <a:rPr lang="az-Latn-AZ" dirty="0" smtClean="0"/>
              <a:t>dır.</a:t>
            </a:r>
            <a:r>
              <a:rPr lang="en-US" dirty="0" smtClean="0"/>
              <a:t> </a:t>
            </a:r>
            <a:r>
              <a:rPr lang="az-Latn-AZ" b="1" i="1" dirty="0" smtClean="0">
                <a:solidFill>
                  <a:srgbClr val="FF0000"/>
                </a:solidFill>
              </a:rPr>
              <a:t>F</a:t>
            </a:r>
            <a:r>
              <a:rPr lang="en-US" b="1" i="1" dirty="0" err="1" smtClean="0">
                <a:solidFill>
                  <a:srgbClr val="FF0000"/>
                </a:solidFill>
              </a:rPr>
              <a:t>inal</a:t>
            </a:r>
            <a:r>
              <a:rPr lang="en-US" b="1" i="1" dirty="0" smtClean="0">
                <a:solidFill>
                  <a:srgbClr val="FF0000"/>
                </a:solidFill>
              </a:rPr>
              <a:t> </a:t>
            </a:r>
            <a:r>
              <a:rPr lang="en-US" b="1" i="1" dirty="0" err="1">
                <a:solidFill>
                  <a:srgbClr val="FF0000"/>
                </a:solidFill>
              </a:rPr>
              <a:t>mərhələsində</a:t>
            </a:r>
            <a:r>
              <a:rPr lang="en-US" b="1" i="1" dirty="0">
                <a:solidFill>
                  <a:srgbClr val="FF0000"/>
                </a:solidFill>
              </a:rPr>
              <a:t> </a:t>
            </a:r>
            <a:r>
              <a:rPr lang="en-US" b="1" i="1" dirty="0" err="1">
                <a:solidFill>
                  <a:srgbClr val="FF0000"/>
                </a:solidFill>
              </a:rPr>
              <a:t>tarix</a:t>
            </a:r>
            <a:r>
              <a:rPr lang="en-US" b="1" i="1" dirty="0">
                <a:solidFill>
                  <a:srgbClr val="FF0000"/>
                </a:solidFill>
              </a:rPr>
              <a:t> </a:t>
            </a:r>
            <a:r>
              <a:rPr lang="en-US" b="1" i="1" dirty="0" err="1">
                <a:solidFill>
                  <a:srgbClr val="FF0000"/>
                </a:solidFill>
              </a:rPr>
              <a:t>fənni</a:t>
            </a:r>
            <a:r>
              <a:rPr lang="en-US" b="1" i="1" dirty="0">
                <a:solidFill>
                  <a:srgbClr val="FF0000"/>
                </a:solidFill>
              </a:rPr>
              <a:t> </a:t>
            </a:r>
            <a:r>
              <a:rPr lang="en-US" b="1" i="1" dirty="0" err="1">
                <a:solidFill>
                  <a:srgbClr val="FF0000"/>
                </a:solidFill>
              </a:rPr>
              <a:t>üzrə</a:t>
            </a:r>
            <a:r>
              <a:rPr lang="en-US" b="1" i="1" dirty="0">
                <a:solidFill>
                  <a:srgbClr val="FF0000"/>
                </a:solidFill>
              </a:rPr>
              <a:t>  11c </a:t>
            </a:r>
            <a:r>
              <a:rPr lang="en-US" b="1" i="1" dirty="0" err="1">
                <a:solidFill>
                  <a:srgbClr val="FF0000"/>
                </a:solidFill>
              </a:rPr>
              <a:t>sinif</a:t>
            </a:r>
            <a:r>
              <a:rPr lang="en-US" b="1" i="1" dirty="0">
                <a:solidFill>
                  <a:srgbClr val="FF0000"/>
                </a:solidFill>
              </a:rPr>
              <a:t> </a:t>
            </a:r>
            <a:r>
              <a:rPr lang="en-US" b="1" i="1" dirty="0" err="1">
                <a:solidFill>
                  <a:srgbClr val="FF0000"/>
                </a:solidFill>
              </a:rPr>
              <a:t>şagirdi</a:t>
            </a:r>
            <a:r>
              <a:rPr lang="en-US" b="1" i="1" dirty="0">
                <a:solidFill>
                  <a:srgbClr val="FF0000"/>
                </a:solidFill>
              </a:rPr>
              <a:t>  </a:t>
            </a:r>
            <a:r>
              <a:rPr lang="en-US" b="1" i="1" dirty="0" err="1">
                <a:solidFill>
                  <a:srgbClr val="FF0000"/>
                </a:solidFill>
              </a:rPr>
              <a:t>Alməmmədov</a:t>
            </a:r>
            <a:r>
              <a:rPr lang="en-US" b="1" i="1" dirty="0">
                <a:solidFill>
                  <a:srgbClr val="FF0000"/>
                </a:solidFill>
              </a:rPr>
              <a:t> Murad </a:t>
            </a:r>
            <a:r>
              <a:rPr lang="en-US" b="1" i="1" dirty="0" err="1">
                <a:solidFill>
                  <a:srgbClr val="FF0000"/>
                </a:solidFill>
              </a:rPr>
              <a:t>Nofəl</a:t>
            </a:r>
            <a:r>
              <a:rPr lang="en-US" b="1" i="1" dirty="0">
                <a:solidFill>
                  <a:srgbClr val="FF0000"/>
                </a:solidFill>
              </a:rPr>
              <a:t> </a:t>
            </a:r>
            <a:r>
              <a:rPr lang="en-US" b="1" i="1" dirty="0" err="1">
                <a:solidFill>
                  <a:srgbClr val="FF0000"/>
                </a:solidFill>
              </a:rPr>
              <a:t>oğlu</a:t>
            </a:r>
            <a:r>
              <a:rPr lang="en-US" b="1" i="1" dirty="0">
                <a:solidFill>
                  <a:srgbClr val="FF0000"/>
                </a:solidFill>
              </a:rPr>
              <a:t> III </a:t>
            </a:r>
            <a:r>
              <a:rPr lang="en-US" b="1" i="1" dirty="0" err="1">
                <a:solidFill>
                  <a:srgbClr val="FF0000"/>
                </a:solidFill>
              </a:rPr>
              <a:t>yerə</a:t>
            </a:r>
            <a:r>
              <a:rPr lang="en-US" b="1" i="1" dirty="0">
                <a:solidFill>
                  <a:srgbClr val="FF0000"/>
                </a:solidFill>
              </a:rPr>
              <a:t> </a:t>
            </a:r>
            <a:r>
              <a:rPr lang="en-US" b="1" i="1" dirty="0" err="1">
                <a:solidFill>
                  <a:srgbClr val="FF0000"/>
                </a:solidFill>
              </a:rPr>
              <a:t>layiq</a:t>
            </a:r>
            <a:r>
              <a:rPr lang="en-US" b="1" i="1" dirty="0">
                <a:solidFill>
                  <a:srgbClr val="FF0000"/>
                </a:solidFill>
              </a:rPr>
              <a:t> </a:t>
            </a:r>
            <a:r>
              <a:rPr lang="en-US" b="1" i="1" dirty="0" err="1">
                <a:solidFill>
                  <a:srgbClr val="FF0000"/>
                </a:solidFill>
              </a:rPr>
              <a:t>görülmüşdür</a:t>
            </a:r>
            <a:r>
              <a:rPr lang="en-US" b="1" i="1" dirty="0">
                <a:solidFill>
                  <a:srgbClr val="FF0000"/>
                </a:solidFill>
              </a:rPr>
              <a:t>. </a:t>
            </a:r>
            <a:endParaRPr lang="az-Latn-AZ" b="1" i="1" dirty="0" smtClean="0">
              <a:solidFill>
                <a:srgbClr val="FF0000"/>
              </a:solidFill>
            </a:endParaRPr>
          </a:p>
          <a:p>
            <a:endParaRPr lang="en-US" b="1" i="1" dirty="0">
              <a:solidFill>
                <a:srgbClr val="FF0000"/>
              </a:solidFill>
            </a:endParaRPr>
          </a:p>
        </p:txBody>
      </p:sp>
      <p:pic>
        <p:nvPicPr>
          <p:cNvPr id="4" name="Picture 3"/>
          <p:cNvPicPr>
            <a:picLocks noChangeAspect="1"/>
          </p:cNvPicPr>
          <p:nvPr/>
        </p:nvPicPr>
        <p:blipFill>
          <a:blip r:embed="rId2"/>
          <a:stretch>
            <a:fillRect/>
          </a:stretch>
        </p:blipFill>
        <p:spPr>
          <a:xfrm>
            <a:off x="9642764" y="837738"/>
            <a:ext cx="2126846" cy="3086100"/>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5" name="Picture 4"/>
          <p:cNvPicPr>
            <a:picLocks noChangeAspect="1"/>
          </p:cNvPicPr>
          <p:nvPr/>
        </p:nvPicPr>
        <p:blipFill>
          <a:blip r:embed="rId3"/>
          <a:stretch>
            <a:fillRect/>
          </a:stretch>
        </p:blipFill>
        <p:spPr>
          <a:xfrm>
            <a:off x="2133927" y="3660400"/>
            <a:ext cx="2559108" cy="3086100"/>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pic>
        <p:nvPicPr>
          <p:cNvPr id="6" name="Picture 5"/>
          <p:cNvPicPr>
            <a:picLocks noChangeAspect="1"/>
          </p:cNvPicPr>
          <p:nvPr/>
        </p:nvPicPr>
        <p:blipFill>
          <a:blip r:embed="rId4"/>
          <a:stretch>
            <a:fillRect/>
          </a:stretch>
        </p:blipFill>
        <p:spPr>
          <a:xfrm>
            <a:off x="5061797" y="3831850"/>
            <a:ext cx="4876800" cy="2743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29767146"/>
      </p:ext>
    </p:extLst>
  </p:cSld>
  <p:clrMapOvr>
    <a:masterClrMapping/>
  </p:clrMapOvr>
  <p:transition spd="slow">
    <p:wheel spokes="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8678285" cy="266007"/>
          </a:xfrm>
        </p:spPr>
        <p:txBody>
          <a:bodyPr>
            <a:noAutofit/>
          </a:bodyPr>
          <a:lstStyle/>
          <a:p>
            <a:pPr algn="ctr"/>
            <a:r>
              <a:rPr lang="en-US" sz="2400" dirty="0" err="1" smtClean="0">
                <a:solidFill>
                  <a:srgbClr val="FF0000"/>
                </a:solidFill>
              </a:rPr>
              <a:t>Məktəbdə</a:t>
            </a:r>
            <a:r>
              <a:rPr lang="en-US" sz="2400" dirty="0" smtClean="0">
                <a:solidFill>
                  <a:srgbClr val="FF0000"/>
                </a:solidFill>
              </a:rPr>
              <a:t> </a:t>
            </a:r>
            <a:r>
              <a:rPr lang="en-US" sz="2400" dirty="0" err="1" smtClean="0">
                <a:solidFill>
                  <a:srgbClr val="FF0000"/>
                </a:solidFill>
              </a:rPr>
              <a:t>tətbiq</a:t>
            </a:r>
            <a:r>
              <a:rPr lang="en-US" sz="2400" dirty="0" smtClean="0">
                <a:solidFill>
                  <a:srgbClr val="FF0000"/>
                </a:solidFill>
              </a:rPr>
              <a:t> </a:t>
            </a:r>
            <a:r>
              <a:rPr lang="en-US" sz="2400" dirty="0" err="1" smtClean="0">
                <a:solidFill>
                  <a:srgbClr val="FF0000"/>
                </a:solidFill>
              </a:rPr>
              <a:t>olunan</a:t>
            </a:r>
            <a:r>
              <a:rPr lang="az-Latn-AZ" sz="2400" dirty="0" smtClean="0">
                <a:solidFill>
                  <a:srgbClr val="FF0000"/>
                </a:solidFill>
              </a:rPr>
              <a:t> </a:t>
            </a:r>
            <a:r>
              <a:rPr lang="en-US" sz="2400" dirty="0" err="1" smtClean="0">
                <a:solidFill>
                  <a:srgbClr val="FF0000"/>
                </a:solidFill>
              </a:rPr>
              <a:t>layihələrin</a:t>
            </a:r>
            <a:r>
              <a:rPr lang="en-US" sz="2400" dirty="0" smtClean="0">
                <a:solidFill>
                  <a:srgbClr val="FF0000"/>
                </a:solidFill>
              </a:rPr>
              <a:t> </a:t>
            </a:r>
            <a:r>
              <a:rPr lang="en-US" sz="2400" dirty="0" err="1" smtClean="0">
                <a:solidFill>
                  <a:srgbClr val="FF0000"/>
                </a:solidFill>
              </a:rPr>
              <a:t>nəticələri</a:t>
            </a:r>
            <a:endParaRPr lang="en-US" sz="2400" dirty="0">
              <a:solidFill>
                <a:srgbClr val="FF0000"/>
              </a:solidFill>
            </a:endParaRPr>
          </a:p>
        </p:txBody>
      </p:sp>
      <p:sp>
        <p:nvSpPr>
          <p:cNvPr id="3" name="Content Placeholder 2"/>
          <p:cNvSpPr>
            <a:spLocks noGrp="1"/>
          </p:cNvSpPr>
          <p:nvPr>
            <p:ph idx="1"/>
          </p:nvPr>
        </p:nvSpPr>
        <p:spPr>
          <a:xfrm>
            <a:off x="5520837" y="1776549"/>
            <a:ext cx="5677795" cy="4336869"/>
          </a:xfrm>
        </p:spPr>
        <p:txBody>
          <a:bodyPr>
            <a:normAutofit fontScale="92500" lnSpcReduction="20000"/>
          </a:bodyPr>
          <a:lstStyle/>
          <a:p>
            <a:r>
              <a:rPr lang="az-Latn-AZ" dirty="0" smtClean="0"/>
              <a:t>Məktəb üzrə “Rəqəmsal bacarıqlar” pilot layihəsinə cəlb olunmuş şagirdlərin tapşırıqları yerinə yetirmə göstəriciləri tədris ilinin əvvəlində 95 faiz, sonunda isə 97 faiz olmuşdur. Müsbət dinamika 2 faiz olaraq qeydə alınmışdır.</a:t>
            </a:r>
            <a:endParaRPr lang="az-Latn-AZ" b="0" dirty="0" smtClean="0">
              <a:effectLst/>
            </a:endParaRPr>
          </a:p>
          <a:p>
            <a:r>
              <a:rPr lang="az-Latn-AZ" dirty="0" smtClean="0"/>
              <a:t>Rəqəmsal bacarıqlar fənni üzrə Alqoritmika və Beynəlxalq Riyaziyyat Proqramlaşdırma məktəbi tərəfindən keçirilən “Şaxta babanı upgrade et” adlı beynəlxalq yarışma məktəbimizin VI siniflərdən təşkil edilmiş bir neçə komandası iştirak etdi. Komandalardan 6d sinfinin şagirdləri “ Hero” adlı komanda da iştirak edərək, iştirakçılarımızın günlərlə kompyuter arxasında müxtəlif çətin tapşırıqların yerinə yetirilməsi nəticəsində maksimum 660 bal toplayaraq, Dünya və Ölkə birincisi oldu.</a:t>
            </a:r>
            <a:endParaRPr lang="az-Latn-AZ" b="0" dirty="0" smtClean="0">
              <a:effectLst/>
            </a:endParaRPr>
          </a:p>
          <a:p>
            <a:pPr marL="0" indent="0">
              <a:buNone/>
            </a:pPr>
            <a:r>
              <a:rPr lang="en-US" dirty="0" smtClean="0"/>
              <a:t/>
            </a:r>
            <a:br>
              <a:rPr lang="en-US" dirty="0" smtClean="0"/>
            </a:br>
            <a:endParaRPr lang="en-US" dirty="0"/>
          </a:p>
        </p:txBody>
      </p:sp>
      <p:sp>
        <p:nvSpPr>
          <p:cNvPr id="4" name="Text Placeholder 3"/>
          <p:cNvSpPr>
            <a:spLocks noGrp="1"/>
          </p:cNvSpPr>
          <p:nvPr>
            <p:ph type="body" sz="half" idx="2"/>
          </p:nvPr>
        </p:nvSpPr>
        <p:spPr>
          <a:xfrm flipV="1">
            <a:off x="6872651" y="6738044"/>
            <a:ext cx="3854528" cy="45719"/>
          </a:xfrm>
        </p:spPr>
        <p:txBody>
          <a:bodyPr>
            <a:normAutofit fontScale="25000" lnSpcReduction="20000"/>
          </a:bodyPr>
          <a:lstStyle/>
          <a:p>
            <a:endParaRPr lang="en-US" dirty="0"/>
          </a:p>
        </p:txBody>
      </p:sp>
      <p:pic>
        <p:nvPicPr>
          <p:cNvPr id="5" name="Picture 4"/>
          <p:cNvPicPr>
            <a:picLocks noChangeAspect="1"/>
          </p:cNvPicPr>
          <p:nvPr/>
        </p:nvPicPr>
        <p:blipFill>
          <a:blip r:embed="rId2"/>
          <a:stretch>
            <a:fillRect/>
          </a:stretch>
        </p:blipFill>
        <p:spPr>
          <a:xfrm>
            <a:off x="413401" y="947652"/>
            <a:ext cx="3676460" cy="3150522"/>
          </a:xfrm>
          <a:prstGeom prst="rect">
            <a:avLst/>
          </a:prstGeom>
        </p:spPr>
      </p:pic>
      <p:pic>
        <p:nvPicPr>
          <p:cNvPr id="6" name="Picture 5"/>
          <p:cNvPicPr>
            <a:picLocks noChangeAspect="1"/>
          </p:cNvPicPr>
          <p:nvPr/>
        </p:nvPicPr>
        <p:blipFill>
          <a:blip r:embed="rId3"/>
          <a:stretch>
            <a:fillRect/>
          </a:stretch>
        </p:blipFill>
        <p:spPr>
          <a:xfrm>
            <a:off x="1986742" y="3167149"/>
            <a:ext cx="3329594" cy="3086100"/>
          </a:xfrm>
          <a:prstGeom prst="rect">
            <a:avLst/>
          </a:prstGeom>
        </p:spPr>
      </p:pic>
    </p:spTree>
    <p:extLst>
      <p:ext uri="{BB962C8B-B14F-4D97-AF65-F5344CB8AC3E}">
        <p14:creationId xmlns:p14="http://schemas.microsoft.com/office/powerpoint/2010/main" val="2001575797"/>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z-Latn-AZ" dirty="0" smtClean="0">
                <a:solidFill>
                  <a:srgbClr val="FF0000"/>
                </a:solidFill>
              </a:rPr>
              <a:t>Psixoloji mühitin təşkili</a:t>
            </a:r>
            <a:endParaRPr lang="en-US" dirty="0">
              <a:solidFill>
                <a:srgbClr val="FF0000"/>
              </a:solidFill>
            </a:endParaRPr>
          </a:p>
        </p:txBody>
      </p:sp>
      <p:sp>
        <p:nvSpPr>
          <p:cNvPr id="3" name="Content Placeholder 2"/>
          <p:cNvSpPr>
            <a:spLocks noGrp="1"/>
          </p:cNvSpPr>
          <p:nvPr>
            <p:ph sz="half" idx="1"/>
          </p:nvPr>
        </p:nvSpPr>
        <p:spPr/>
        <p:txBody>
          <a:bodyPr>
            <a:noAutofit/>
          </a:bodyPr>
          <a:lstStyle/>
          <a:p>
            <a:r>
              <a:rPr lang="en-US" dirty="0"/>
              <a:t>Risk </a:t>
            </a:r>
            <a:r>
              <a:rPr lang="en-US" dirty="0" err="1"/>
              <a:t>qrupuna</a:t>
            </a:r>
            <a:r>
              <a:rPr lang="en-US" dirty="0"/>
              <a:t> aid </a:t>
            </a:r>
            <a:r>
              <a:rPr lang="en-US" dirty="0" err="1"/>
              <a:t>olan</a:t>
            </a:r>
            <a:r>
              <a:rPr lang="en-US" dirty="0"/>
              <a:t> </a:t>
            </a:r>
            <a:r>
              <a:rPr lang="en-US" dirty="0" err="1"/>
              <a:t>şagirdlər</a:t>
            </a:r>
            <a:r>
              <a:rPr lang="en-US" dirty="0"/>
              <a:t> </a:t>
            </a:r>
            <a:r>
              <a:rPr lang="en-US" dirty="0" err="1"/>
              <a:t>müəyyən</a:t>
            </a:r>
            <a:r>
              <a:rPr lang="en-US" dirty="0"/>
              <a:t> </a:t>
            </a:r>
            <a:r>
              <a:rPr lang="en-US" dirty="0" err="1"/>
              <a:t>olunmuşdur</a:t>
            </a:r>
            <a:r>
              <a:rPr lang="en-US" dirty="0"/>
              <a:t>.</a:t>
            </a:r>
            <a:endParaRPr lang="en-US" sz="2400" dirty="0"/>
          </a:p>
          <a:p>
            <a:r>
              <a:rPr lang="en-US" dirty="0" err="1"/>
              <a:t>Şagirdlər</a:t>
            </a:r>
            <a:r>
              <a:rPr lang="en-US" dirty="0"/>
              <a:t> </a:t>
            </a:r>
            <a:r>
              <a:rPr lang="en-US" dirty="0" err="1"/>
              <a:t>onları</a:t>
            </a:r>
            <a:r>
              <a:rPr lang="en-US" dirty="0"/>
              <a:t> </a:t>
            </a:r>
            <a:r>
              <a:rPr lang="en-US" dirty="0" err="1"/>
              <a:t>narahat</a:t>
            </a:r>
            <a:r>
              <a:rPr lang="en-US" dirty="0"/>
              <a:t> </a:t>
            </a:r>
            <a:r>
              <a:rPr lang="en-US" dirty="0" err="1"/>
              <a:t>edən</a:t>
            </a:r>
            <a:r>
              <a:rPr lang="en-US" dirty="0"/>
              <a:t> </a:t>
            </a:r>
            <a:r>
              <a:rPr lang="en-US" dirty="0" err="1"/>
              <a:t>fizioloji</a:t>
            </a:r>
            <a:r>
              <a:rPr lang="en-US" dirty="0"/>
              <a:t>, </a:t>
            </a:r>
            <a:r>
              <a:rPr lang="en-US" dirty="0" err="1"/>
              <a:t>psixi</a:t>
            </a:r>
            <a:r>
              <a:rPr lang="en-US" dirty="0"/>
              <a:t> </a:t>
            </a:r>
            <a:r>
              <a:rPr lang="en-US" dirty="0" err="1"/>
              <a:t>problemlərə</a:t>
            </a:r>
            <a:r>
              <a:rPr lang="en-US" dirty="0"/>
              <a:t> </a:t>
            </a:r>
            <a:r>
              <a:rPr lang="en-US" dirty="0" err="1"/>
              <a:t>toxundular</a:t>
            </a:r>
            <a:r>
              <a:rPr lang="en-US" dirty="0"/>
              <a:t>. </a:t>
            </a:r>
            <a:r>
              <a:rPr lang="en-US" dirty="0" err="1"/>
              <a:t>Psixoloq</a:t>
            </a:r>
            <a:r>
              <a:rPr lang="en-US" dirty="0"/>
              <a:t> </a:t>
            </a:r>
            <a:r>
              <a:rPr lang="en-US" dirty="0" err="1"/>
              <a:t>tərəfindən</a:t>
            </a:r>
            <a:r>
              <a:rPr lang="en-US" dirty="0"/>
              <a:t> </a:t>
            </a:r>
            <a:r>
              <a:rPr lang="en-US" dirty="0" err="1"/>
              <a:t>müvafiq</a:t>
            </a:r>
            <a:r>
              <a:rPr lang="en-US" dirty="0"/>
              <a:t> </a:t>
            </a:r>
            <a:r>
              <a:rPr lang="en-US" dirty="0" err="1" smtClean="0"/>
              <a:t>tövsiyələr</a:t>
            </a:r>
            <a:r>
              <a:rPr lang="en-US" dirty="0" smtClean="0"/>
              <a:t> </a:t>
            </a:r>
            <a:r>
              <a:rPr lang="en-US" dirty="0" err="1"/>
              <a:t>verildi</a:t>
            </a:r>
            <a:r>
              <a:rPr lang="en-US" dirty="0"/>
              <a:t>.</a:t>
            </a:r>
            <a:endParaRPr lang="en-US" sz="2400" dirty="0"/>
          </a:p>
          <a:p>
            <a:r>
              <a:rPr lang="en-US" dirty="0" err="1"/>
              <a:t>Yeniyetmələr</a:t>
            </a:r>
            <a:r>
              <a:rPr lang="en-US" dirty="0"/>
              <a:t> </a:t>
            </a:r>
            <a:r>
              <a:rPr lang="en-US" dirty="0" err="1"/>
              <a:t>arasında</a:t>
            </a:r>
            <a:r>
              <a:rPr lang="en-US" dirty="0"/>
              <a:t> </a:t>
            </a:r>
            <a:r>
              <a:rPr lang="en-US" dirty="0" err="1"/>
              <a:t>intihar</a:t>
            </a:r>
            <a:r>
              <a:rPr lang="en-US" dirty="0"/>
              <a:t> </a:t>
            </a:r>
            <a:r>
              <a:rPr lang="en-US" dirty="0" err="1"/>
              <a:t>riskinin</a:t>
            </a:r>
            <a:r>
              <a:rPr lang="en-US" dirty="0"/>
              <a:t> </a:t>
            </a:r>
            <a:r>
              <a:rPr lang="en-US" dirty="0" err="1"/>
              <a:t>azaldılması</a:t>
            </a:r>
            <a:r>
              <a:rPr lang="en-US" dirty="0"/>
              <a:t> </a:t>
            </a:r>
            <a:r>
              <a:rPr lang="en-US" dirty="0" err="1"/>
              <a:t>və</a:t>
            </a:r>
            <a:r>
              <a:rPr lang="en-US" dirty="0"/>
              <a:t> </a:t>
            </a:r>
            <a:r>
              <a:rPr lang="en-US" dirty="0" err="1"/>
              <a:t>qarşısının</a:t>
            </a:r>
            <a:r>
              <a:rPr lang="en-US" dirty="0"/>
              <a:t> </a:t>
            </a:r>
            <a:r>
              <a:rPr lang="en-US" dirty="0" err="1"/>
              <a:t>alınması</a:t>
            </a:r>
            <a:r>
              <a:rPr lang="en-US" dirty="0"/>
              <a:t> </a:t>
            </a:r>
            <a:r>
              <a:rPr lang="en-US" dirty="0" err="1"/>
              <a:t>məqsədi</a:t>
            </a:r>
            <a:r>
              <a:rPr lang="en-US" dirty="0"/>
              <a:t> </a:t>
            </a:r>
            <a:r>
              <a:rPr lang="en-US" dirty="0" err="1"/>
              <a:t>daşıyan</a:t>
            </a:r>
            <a:r>
              <a:rPr lang="en-US" dirty="0"/>
              <a:t> </a:t>
            </a:r>
            <a:r>
              <a:rPr lang="en-US" dirty="0" err="1"/>
              <a:t>maarifləndirici</a:t>
            </a:r>
            <a:r>
              <a:rPr lang="en-US" dirty="0"/>
              <a:t> </a:t>
            </a:r>
            <a:r>
              <a:rPr lang="en-US" dirty="0" err="1"/>
              <a:t>görüş</a:t>
            </a:r>
            <a:r>
              <a:rPr lang="en-US" dirty="0"/>
              <a:t> </a:t>
            </a:r>
            <a:r>
              <a:rPr lang="en-US" dirty="0" err="1"/>
              <a:t>şagirdlərin</a:t>
            </a:r>
            <a:r>
              <a:rPr lang="en-US" dirty="0"/>
              <a:t> </a:t>
            </a:r>
            <a:r>
              <a:rPr lang="en-US" dirty="0" err="1"/>
              <a:t>suallarına</a:t>
            </a:r>
            <a:r>
              <a:rPr lang="en-US" dirty="0"/>
              <a:t> </a:t>
            </a:r>
            <a:r>
              <a:rPr lang="en-US" dirty="0" err="1"/>
              <a:t>cavab</a:t>
            </a:r>
            <a:r>
              <a:rPr lang="en-US" dirty="0"/>
              <a:t> </a:t>
            </a:r>
            <a:r>
              <a:rPr lang="en-US" dirty="0" err="1"/>
              <a:t>oldu</a:t>
            </a:r>
            <a:r>
              <a:rPr lang="en-US" dirty="0"/>
              <a:t>.</a:t>
            </a:r>
            <a:endParaRPr lang="en-US" sz="2400" dirty="0"/>
          </a:p>
          <a:p>
            <a:r>
              <a:rPr lang="en-US" dirty="0" err="1"/>
              <a:t>Şagirdlərin</a:t>
            </a:r>
            <a:r>
              <a:rPr lang="en-US" dirty="0"/>
              <a:t> </a:t>
            </a:r>
            <a:r>
              <a:rPr lang="en-US" dirty="0" err="1"/>
              <a:t>diqqətlə</a:t>
            </a:r>
            <a:r>
              <a:rPr lang="en-US" dirty="0"/>
              <a:t> </a:t>
            </a:r>
            <a:r>
              <a:rPr lang="en-US" dirty="0" err="1"/>
              <a:t>işləmə</a:t>
            </a:r>
            <a:r>
              <a:rPr lang="en-US" dirty="0"/>
              <a:t> </a:t>
            </a:r>
            <a:r>
              <a:rPr lang="en-US" dirty="0" err="1"/>
              <a:t>qabiliyyəti</a:t>
            </a:r>
            <a:r>
              <a:rPr lang="en-US" dirty="0"/>
              <a:t> </a:t>
            </a:r>
            <a:r>
              <a:rPr lang="en-US" dirty="0" err="1"/>
              <a:t>müəyyənləşdirildi</a:t>
            </a:r>
            <a:r>
              <a:rPr lang="en-US" dirty="0"/>
              <a:t>. </a:t>
            </a:r>
            <a:r>
              <a:rPr lang="en-US" dirty="0" err="1"/>
              <a:t>Müvafiq</a:t>
            </a:r>
            <a:r>
              <a:rPr lang="en-US" dirty="0"/>
              <a:t> </a:t>
            </a:r>
            <a:r>
              <a:rPr lang="en-US" dirty="0" err="1"/>
              <a:t>məsləhətlər</a:t>
            </a:r>
            <a:r>
              <a:rPr lang="en-US" dirty="0"/>
              <a:t> </a:t>
            </a:r>
            <a:r>
              <a:rPr lang="en-US" dirty="0" err="1"/>
              <a:t>verildi</a:t>
            </a:r>
            <a:r>
              <a:rPr lang="en-US" dirty="0"/>
              <a:t>.</a:t>
            </a:r>
            <a:endParaRPr lang="en-US" sz="2400" dirty="0"/>
          </a:p>
          <a:p>
            <a:pPr marL="0" indent="0">
              <a:buNone/>
            </a:pP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dirty="0" err="1"/>
              <a:t>Yeniyetmələr</a:t>
            </a:r>
            <a:r>
              <a:rPr lang="en-US" dirty="0"/>
              <a:t> </a:t>
            </a:r>
            <a:r>
              <a:rPr lang="en-US" dirty="0" err="1"/>
              <a:t>arasında</a:t>
            </a:r>
            <a:r>
              <a:rPr lang="en-US" dirty="0"/>
              <a:t> </a:t>
            </a:r>
            <a:r>
              <a:rPr lang="en-US" dirty="0" err="1"/>
              <a:t>intihar</a:t>
            </a:r>
            <a:r>
              <a:rPr lang="en-US" dirty="0"/>
              <a:t> </a:t>
            </a:r>
            <a:r>
              <a:rPr lang="en-US" dirty="0" err="1"/>
              <a:t>riskinin</a:t>
            </a:r>
            <a:r>
              <a:rPr lang="en-US" dirty="0"/>
              <a:t> </a:t>
            </a:r>
            <a:r>
              <a:rPr lang="en-US" dirty="0" err="1"/>
              <a:t>azaldılması</a:t>
            </a:r>
            <a:r>
              <a:rPr lang="en-US" dirty="0"/>
              <a:t> </a:t>
            </a:r>
            <a:r>
              <a:rPr lang="en-US" dirty="0" err="1"/>
              <a:t>və</a:t>
            </a:r>
            <a:r>
              <a:rPr lang="en-US" dirty="0"/>
              <a:t> </a:t>
            </a:r>
            <a:r>
              <a:rPr lang="en-US" dirty="0" err="1"/>
              <a:t>qarşısının</a:t>
            </a:r>
            <a:r>
              <a:rPr lang="en-US" dirty="0"/>
              <a:t> </a:t>
            </a:r>
            <a:r>
              <a:rPr lang="en-US" dirty="0" err="1"/>
              <a:t>alınması</a:t>
            </a:r>
            <a:r>
              <a:rPr lang="en-US" dirty="0"/>
              <a:t> </a:t>
            </a:r>
            <a:r>
              <a:rPr lang="en-US" dirty="0" err="1"/>
              <a:t>məqsədi</a:t>
            </a:r>
            <a:r>
              <a:rPr lang="en-US" dirty="0"/>
              <a:t> </a:t>
            </a:r>
            <a:r>
              <a:rPr lang="en-US" dirty="0" err="1"/>
              <a:t>daşıyan</a:t>
            </a:r>
            <a:r>
              <a:rPr lang="en-US" dirty="0"/>
              <a:t> </a:t>
            </a:r>
            <a:r>
              <a:rPr lang="en-US" dirty="0" err="1"/>
              <a:t>maarifləndirici</a:t>
            </a:r>
            <a:r>
              <a:rPr lang="en-US" dirty="0"/>
              <a:t> </a:t>
            </a:r>
            <a:r>
              <a:rPr lang="en-US" dirty="0" err="1"/>
              <a:t>görüş</a:t>
            </a:r>
            <a:r>
              <a:rPr lang="en-US" dirty="0"/>
              <a:t> </a:t>
            </a:r>
            <a:r>
              <a:rPr lang="en-US" dirty="0" err="1"/>
              <a:t>şagirdlərin</a:t>
            </a:r>
            <a:r>
              <a:rPr lang="en-US" dirty="0"/>
              <a:t> </a:t>
            </a:r>
            <a:r>
              <a:rPr lang="en-US" dirty="0" err="1"/>
              <a:t>suallarına</a:t>
            </a:r>
            <a:r>
              <a:rPr lang="en-US" dirty="0"/>
              <a:t> </a:t>
            </a:r>
            <a:r>
              <a:rPr lang="en-US" dirty="0" err="1"/>
              <a:t>cavab</a:t>
            </a:r>
            <a:r>
              <a:rPr lang="en-US" dirty="0"/>
              <a:t> </a:t>
            </a:r>
            <a:r>
              <a:rPr lang="en-US" dirty="0" err="1"/>
              <a:t>oldu</a:t>
            </a:r>
            <a:r>
              <a:rPr lang="en-US" dirty="0"/>
              <a:t>.</a:t>
            </a:r>
            <a:endParaRPr lang="en-US" sz="2400" dirty="0"/>
          </a:p>
          <a:p>
            <a:r>
              <a:rPr lang="en-US" dirty="0" err="1"/>
              <a:t>Şagirdlərin</a:t>
            </a:r>
            <a:r>
              <a:rPr lang="en-US" dirty="0"/>
              <a:t> </a:t>
            </a:r>
            <a:r>
              <a:rPr lang="en-US" dirty="0" err="1"/>
              <a:t>diqqətlə</a:t>
            </a:r>
            <a:r>
              <a:rPr lang="en-US" dirty="0"/>
              <a:t> </a:t>
            </a:r>
            <a:r>
              <a:rPr lang="en-US" dirty="0" err="1"/>
              <a:t>işləmə</a:t>
            </a:r>
            <a:r>
              <a:rPr lang="en-US" dirty="0"/>
              <a:t> </a:t>
            </a:r>
            <a:r>
              <a:rPr lang="en-US" dirty="0" err="1"/>
              <a:t>qabiliyyəti</a:t>
            </a:r>
            <a:r>
              <a:rPr lang="en-US" dirty="0"/>
              <a:t> </a:t>
            </a:r>
            <a:r>
              <a:rPr lang="en-US" dirty="0" err="1"/>
              <a:t>müəyyənləşdirildi</a:t>
            </a:r>
            <a:r>
              <a:rPr lang="en-US" dirty="0"/>
              <a:t>. </a:t>
            </a:r>
            <a:r>
              <a:rPr lang="en-US" dirty="0" err="1"/>
              <a:t>Müvafiq</a:t>
            </a:r>
            <a:r>
              <a:rPr lang="en-US" dirty="0"/>
              <a:t> </a:t>
            </a:r>
            <a:r>
              <a:rPr lang="en-US" dirty="0" err="1"/>
              <a:t>məsləhətlər</a:t>
            </a:r>
            <a:r>
              <a:rPr lang="en-US" dirty="0"/>
              <a:t> </a:t>
            </a:r>
            <a:r>
              <a:rPr lang="en-US" dirty="0" err="1"/>
              <a:t>verildi</a:t>
            </a:r>
            <a:r>
              <a:rPr lang="en-US" dirty="0"/>
              <a:t>.</a:t>
            </a:r>
            <a:endParaRPr lang="en-US" sz="2400" dirty="0"/>
          </a:p>
          <a:p>
            <a:r>
              <a:rPr lang="en-US" sz="2400" dirty="0"/>
              <a:t/>
            </a:r>
            <a:br>
              <a:rPr lang="en-US" sz="2400" dirty="0"/>
            </a:br>
            <a:endParaRPr lang="en-US" sz="2400" dirty="0"/>
          </a:p>
        </p:txBody>
      </p:sp>
      <p:pic>
        <p:nvPicPr>
          <p:cNvPr id="13" name="Content Placeholder 12"/>
          <p:cNvPicPr>
            <a:picLocks noGrp="1" noChangeAspect="1"/>
          </p:cNvPicPr>
          <p:nvPr>
            <p:ph sz="half" idx="2"/>
          </p:nvPr>
        </p:nvPicPr>
        <p:blipFill>
          <a:blip r:embed="rId2"/>
          <a:stretch>
            <a:fillRect/>
          </a:stretch>
        </p:blipFill>
        <p:spPr>
          <a:xfrm>
            <a:off x="5975274" y="867548"/>
            <a:ext cx="4184650" cy="235589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4" name="Picture 13"/>
          <p:cNvPicPr>
            <a:picLocks noChangeAspect="1"/>
          </p:cNvPicPr>
          <p:nvPr/>
        </p:nvPicPr>
        <p:blipFill>
          <a:blip r:embed="rId3"/>
          <a:stretch>
            <a:fillRect/>
          </a:stretch>
        </p:blipFill>
        <p:spPr>
          <a:xfrm rot="19556913">
            <a:off x="6884713" y="3338789"/>
            <a:ext cx="2732608" cy="277267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5" name="Picture 14"/>
          <p:cNvPicPr>
            <a:picLocks noChangeAspect="1"/>
          </p:cNvPicPr>
          <p:nvPr/>
        </p:nvPicPr>
        <p:blipFill>
          <a:blip r:embed="rId4"/>
          <a:stretch>
            <a:fillRect/>
          </a:stretch>
        </p:blipFill>
        <p:spPr>
          <a:xfrm>
            <a:off x="4389842" y="3128995"/>
            <a:ext cx="2238375" cy="2038350"/>
          </a:xfrm>
          <a:prstGeom prst="rect">
            <a:avLst/>
          </a:prstGeom>
          <a:scene3d>
            <a:camera prst="perspectiveHeroicExtremeLeftFacing"/>
            <a:lightRig rig="threePt" dir="t"/>
          </a:scene3d>
        </p:spPr>
      </p:pic>
    </p:spTree>
    <p:extLst>
      <p:ext uri="{BB962C8B-B14F-4D97-AF65-F5344CB8AC3E}">
        <p14:creationId xmlns:p14="http://schemas.microsoft.com/office/powerpoint/2010/main" val="4054272889"/>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Xüsusi</a:t>
            </a:r>
            <a:r>
              <a:rPr lang="en-US" dirty="0">
                <a:solidFill>
                  <a:srgbClr val="FF0000"/>
                </a:solidFill>
              </a:rPr>
              <a:t> </a:t>
            </a:r>
            <a:r>
              <a:rPr lang="en-US" dirty="0" err="1">
                <a:solidFill>
                  <a:srgbClr val="FF0000"/>
                </a:solidFill>
              </a:rPr>
              <a:t>qayğıya</a:t>
            </a:r>
            <a:r>
              <a:rPr lang="en-US" dirty="0">
                <a:solidFill>
                  <a:srgbClr val="FF0000"/>
                </a:solidFill>
              </a:rPr>
              <a:t> </a:t>
            </a:r>
            <a:r>
              <a:rPr lang="en-US" dirty="0" err="1">
                <a:solidFill>
                  <a:srgbClr val="FF0000"/>
                </a:solidFill>
              </a:rPr>
              <a:t>ehtiyacı</a:t>
            </a:r>
            <a:r>
              <a:rPr lang="en-US" dirty="0">
                <a:solidFill>
                  <a:srgbClr val="FF0000"/>
                </a:solidFill>
              </a:rPr>
              <a:t> </a:t>
            </a:r>
            <a:r>
              <a:rPr lang="en-US" dirty="0" err="1">
                <a:solidFill>
                  <a:srgbClr val="FF0000"/>
                </a:solidFill>
              </a:rPr>
              <a:t>olan</a:t>
            </a:r>
            <a:r>
              <a:rPr lang="en-US" dirty="0">
                <a:solidFill>
                  <a:srgbClr val="FF0000"/>
                </a:solidFill>
              </a:rPr>
              <a:t> </a:t>
            </a:r>
            <a:r>
              <a:rPr lang="en-US" dirty="0" err="1">
                <a:solidFill>
                  <a:srgbClr val="FF0000"/>
                </a:solidFill>
              </a:rPr>
              <a:t>və</a:t>
            </a:r>
            <a:r>
              <a:rPr lang="en-US" dirty="0">
                <a:solidFill>
                  <a:srgbClr val="FF0000"/>
                </a:solidFill>
              </a:rPr>
              <a:t> risk </a:t>
            </a:r>
            <a:r>
              <a:rPr lang="en-US" dirty="0" err="1">
                <a:solidFill>
                  <a:srgbClr val="FF0000"/>
                </a:solidFill>
              </a:rPr>
              <a:t>qrupuna</a:t>
            </a:r>
            <a:r>
              <a:rPr lang="en-US" dirty="0">
                <a:solidFill>
                  <a:srgbClr val="FF0000"/>
                </a:solidFill>
              </a:rPr>
              <a:t> aid </a:t>
            </a:r>
            <a:r>
              <a:rPr lang="en-US" dirty="0" err="1">
                <a:solidFill>
                  <a:srgbClr val="FF0000"/>
                </a:solidFill>
              </a:rPr>
              <a:t>olan</a:t>
            </a:r>
            <a:r>
              <a:rPr lang="en-US" dirty="0">
                <a:solidFill>
                  <a:srgbClr val="FF0000"/>
                </a:solidFill>
              </a:rPr>
              <a:t> </a:t>
            </a:r>
            <a:r>
              <a:rPr lang="en-US" dirty="0" err="1">
                <a:solidFill>
                  <a:srgbClr val="FF0000"/>
                </a:solidFill>
              </a:rPr>
              <a:t>şagirdlər</a:t>
            </a:r>
            <a:r>
              <a:rPr lang="en-US" dirty="0">
                <a:solidFill>
                  <a:srgbClr val="FF0000"/>
                </a:solidFill>
              </a:rPr>
              <a:t> </a:t>
            </a:r>
            <a:r>
              <a:rPr lang="en-US" dirty="0" err="1">
                <a:solidFill>
                  <a:srgbClr val="FF0000"/>
                </a:solidFill>
              </a:rPr>
              <a:t>ilə</a:t>
            </a:r>
            <a:r>
              <a:rPr lang="en-US" dirty="0">
                <a:solidFill>
                  <a:srgbClr val="FF0000"/>
                </a:solidFill>
              </a:rPr>
              <a:t> </a:t>
            </a:r>
            <a:r>
              <a:rPr lang="en-US" dirty="0" err="1">
                <a:solidFill>
                  <a:srgbClr val="FF0000"/>
                </a:solidFill>
              </a:rPr>
              <a:t>işin</a:t>
            </a:r>
            <a:r>
              <a:rPr lang="en-US" dirty="0">
                <a:solidFill>
                  <a:srgbClr val="FF0000"/>
                </a:solidFill>
              </a:rPr>
              <a:t> </a:t>
            </a:r>
            <a:r>
              <a:rPr lang="en-US" dirty="0" err="1" smtClean="0">
                <a:solidFill>
                  <a:srgbClr val="FF0000"/>
                </a:solidFill>
              </a:rPr>
              <a:t>təşkili</a:t>
            </a:r>
            <a:r>
              <a:rPr lang="en-US" dirty="0" smtClean="0"/>
              <a:t> </a:t>
            </a:r>
            <a:endParaRPr lang="en-US" dirty="0"/>
          </a:p>
        </p:txBody>
      </p:sp>
      <p:pic>
        <p:nvPicPr>
          <p:cNvPr id="5" name="Content Placeholder 4"/>
          <p:cNvPicPr>
            <a:picLocks noGrp="1" noChangeAspect="1"/>
          </p:cNvPicPr>
          <p:nvPr>
            <p:ph sz="half" idx="1"/>
          </p:nvPr>
        </p:nvPicPr>
        <p:blipFill>
          <a:blip r:embed="rId2"/>
          <a:stretch>
            <a:fillRect/>
          </a:stretch>
        </p:blipFill>
        <p:spPr>
          <a:xfrm>
            <a:off x="677334" y="2012980"/>
            <a:ext cx="3057525" cy="2400300"/>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4" name="Content Placeholder 3"/>
          <p:cNvSpPr>
            <a:spLocks noGrp="1"/>
          </p:cNvSpPr>
          <p:nvPr>
            <p:ph sz="half" idx="2"/>
          </p:nvPr>
        </p:nvSpPr>
        <p:spPr>
          <a:xfrm>
            <a:off x="5089967" y="1930400"/>
            <a:ext cx="5072935" cy="4235269"/>
          </a:xfrm>
        </p:spPr>
        <p:txBody>
          <a:bodyPr>
            <a:noAutofit/>
          </a:bodyPr>
          <a:lstStyle/>
          <a:p>
            <a:r>
              <a:rPr lang="en-US" sz="1600" dirty="0">
                <a:latin typeface="Times New Roman" panose="02020603050405020304" pitchFamily="18" charset="0"/>
                <a:cs typeface="Times New Roman" panose="02020603050405020304" pitchFamily="18" charset="0"/>
              </a:rPr>
              <a:t>1.Yaşadığımız </a:t>
            </a:r>
            <a:r>
              <a:rPr lang="en-US" sz="1600" dirty="0" err="1">
                <a:latin typeface="Times New Roman" panose="02020603050405020304" pitchFamily="18" charset="0"/>
                <a:cs typeface="Times New Roman" panose="02020603050405020304" pitchFamily="18" charset="0"/>
              </a:rPr>
              <a:t>pandemiya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dövründə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uzun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müddət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sosial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mühitdən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təcrid</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olunaraq</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yalnız</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ailə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üzvləri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ilə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ünsiyyət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qurmaq</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imkanı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olan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şagirdlərin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psixoloji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problemlərini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aşkar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etmək</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psixi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emosional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durumunu</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müəyyənləşdirmə</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məqsədi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ilə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proyektiv</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metodika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Mənim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ailəm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mövzusunda</a:t>
            </a:r>
            <a:r>
              <a:rPr lang="en-US" sz="1600" dirty="0">
                <a:latin typeface="Times New Roman" panose="02020603050405020304" pitchFamily="18" charset="0"/>
                <a:cs typeface="Times New Roman" panose="02020603050405020304" pitchFamily="18" charset="0"/>
              </a:rPr>
              <a:t> test </a:t>
            </a:r>
            <a:r>
              <a:rPr lang="en-US" sz="1600" dirty="0" err="1">
                <a:latin typeface="Times New Roman" panose="02020603050405020304" pitchFamily="18" charset="0"/>
                <a:cs typeface="Times New Roman" panose="02020603050405020304" pitchFamily="18" charset="0"/>
              </a:rPr>
              <a:t>keçirildi</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2. </a:t>
            </a:r>
            <a:r>
              <a:rPr lang="en-US" sz="1600" dirty="0" err="1">
                <a:latin typeface="Times New Roman" panose="02020603050405020304" pitchFamily="18" charset="0"/>
                <a:cs typeface="Times New Roman" panose="02020603050405020304" pitchFamily="18" charset="0"/>
              </a:rPr>
              <a:t>Məktəbin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psixoloqu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qısamüddətli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obrazlı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yaddaşın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həcmini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diqqətin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yığcamlığı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möhkəmlik</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dərəcəsini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yoxlamaq</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üçün</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psixodi</a:t>
            </a:r>
            <a:r>
              <a:rPr lang="az-Latn-AZ" sz="1600" dirty="0" smtClean="0">
                <a:latin typeface="Times New Roman" panose="02020603050405020304" pitchFamily="18" charset="0"/>
                <a:cs typeface="Times New Roman" panose="02020603050405020304" pitchFamily="18" charset="0"/>
              </a:rPr>
              <a:t>a</a:t>
            </a:r>
            <a:r>
              <a:rPr lang="en-US" sz="1600" dirty="0" err="1" smtClean="0">
                <a:latin typeface="Times New Roman" panose="02020603050405020304" pitchFamily="18" charset="0"/>
                <a:cs typeface="Times New Roman" panose="02020603050405020304" pitchFamily="18" charset="0"/>
              </a:rPr>
              <a:t>qnostik</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test </a:t>
            </a:r>
            <a:r>
              <a:rPr lang="en-US" sz="1600" dirty="0" err="1">
                <a:latin typeface="Times New Roman" panose="02020603050405020304" pitchFamily="18" charset="0"/>
                <a:cs typeface="Times New Roman" panose="02020603050405020304" pitchFamily="18" charset="0"/>
              </a:rPr>
              <a:t>keçirdi</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3. </a:t>
            </a:r>
            <a:r>
              <a:rPr lang="en-US" sz="1600" dirty="0" err="1">
                <a:latin typeface="Times New Roman" panose="02020603050405020304" pitchFamily="18" charset="0"/>
                <a:cs typeface="Times New Roman" panose="02020603050405020304" pitchFamily="18" charset="0"/>
              </a:rPr>
              <a:t>Məktəbin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psixoloqu</a:t>
            </a:r>
            <a:r>
              <a:rPr lang="en-US" sz="1600" dirty="0">
                <a:latin typeface="Times New Roman" panose="02020603050405020304" pitchFamily="18" charset="0"/>
                <a:cs typeface="Times New Roman" panose="02020603050405020304" pitchFamily="18" charset="0"/>
              </a:rPr>
              <a:t> risk </a:t>
            </a:r>
            <a:r>
              <a:rPr lang="en-US" sz="1600" dirty="0" err="1">
                <a:latin typeface="Times New Roman" panose="02020603050405020304" pitchFamily="18" charset="0"/>
                <a:cs typeface="Times New Roman" panose="02020603050405020304" pitchFamily="18" charset="0"/>
              </a:rPr>
              <a:t>qrupuna</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daxilolma</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ehtimalı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olan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şagirdlərin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müəyyənləşdirilməsi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məqsədi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ilə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psixoprofilaktik</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iş</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apardı</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4. “</a:t>
            </a:r>
            <a:r>
              <a:rPr lang="en-US" sz="1600" dirty="0" err="1">
                <a:latin typeface="Times New Roman" panose="02020603050405020304" pitchFamily="18" charset="0"/>
                <a:cs typeface="Times New Roman" panose="02020603050405020304" pitchFamily="18" charset="0"/>
              </a:rPr>
              <a:t>Stresin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idarə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olunması</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mövzus</a:t>
            </a:r>
            <a:r>
              <a:rPr lang="az-Latn-AZ" sz="1600" dirty="0" smtClean="0">
                <a:latin typeface="Times New Roman" panose="02020603050405020304" pitchFamily="18" charset="0"/>
                <a:cs typeface="Times New Roman" panose="02020603050405020304" pitchFamily="18" charset="0"/>
              </a:rPr>
              <a:t>u</a:t>
            </a:r>
            <a:r>
              <a:rPr lang="en-US" sz="1600" dirty="0" err="1" smtClean="0">
                <a:latin typeface="Times New Roman" panose="02020603050405020304" pitchFamily="18" charset="0"/>
                <a:cs typeface="Times New Roman" panose="02020603050405020304" pitchFamily="18" charset="0"/>
              </a:rPr>
              <a:t>nda</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vebinar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keçirildi</a:t>
            </a:r>
            <a:r>
              <a:rPr lang="en-US" sz="16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443547" y="4135774"/>
            <a:ext cx="2365014" cy="2251133"/>
          </a:xfrm>
          <a:prstGeom prst="ellipse">
            <a:avLst/>
          </a:prstGeom>
          <a:ln>
            <a:noFill/>
          </a:ln>
          <a:effectLst>
            <a:softEdge rad="112500"/>
          </a:effectLst>
        </p:spPr>
      </p:pic>
      <p:pic>
        <p:nvPicPr>
          <p:cNvPr id="7" name="Picture 6"/>
          <p:cNvPicPr>
            <a:picLocks noChangeAspect="1"/>
          </p:cNvPicPr>
          <p:nvPr/>
        </p:nvPicPr>
        <p:blipFill>
          <a:blip r:embed="rId4"/>
          <a:stretch>
            <a:fillRect/>
          </a:stretch>
        </p:blipFill>
        <p:spPr>
          <a:xfrm>
            <a:off x="2808561" y="4218354"/>
            <a:ext cx="2042550" cy="2085975"/>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40918007"/>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Məktəbdənkənar</a:t>
            </a:r>
            <a:r>
              <a:rPr lang="en-US" dirty="0">
                <a:solidFill>
                  <a:srgbClr val="FF0000"/>
                </a:solidFill>
              </a:rPr>
              <a:t> </a:t>
            </a:r>
            <a:r>
              <a:rPr lang="en-US" dirty="0" err="1">
                <a:solidFill>
                  <a:srgbClr val="FF0000"/>
                </a:solidFill>
              </a:rPr>
              <a:t>işlərin</a:t>
            </a:r>
            <a:r>
              <a:rPr lang="en-US" dirty="0" smtClean="0">
                <a:solidFill>
                  <a:srgbClr val="FF0000"/>
                </a:solidFill>
              </a:rPr>
              <a:t>,</a:t>
            </a:r>
            <a:r>
              <a:rPr lang="az-Latn-AZ" dirty="0" smtClean="0">
                <a:solidFill>
                  <a:srgbClr val="FF0000"/>
                </a:solidFill>
              </a:rPr>
              <a:t> </a:t>
            </a:r>
            <a:r>
              <a:rPr lang="en-US" dirty="0" err="1" smtClean="0">
                <a:solidFill>
                  <a:srgbClr val="FF0000"/>
                </a:solidFill>
              </a:rPr>
              <a:t>tərbiyəvi</a:t>
            </a:r>
            <a:r>
              <a:rPr lang="en-US" dirty="0" smtClean="0">
                <a:solidFill>
                  <a:srgbClr val="FF0000"/>
                </a:solidFill>
              </a:rPr>
              <a:t> </a:t>
            </a:r>
            <a:r>
              <a:rPr lang="en-US" dirty="0" err="1">
                <a:solidFill>
                  <a:srgbClr val="FF0000"/>
                </a:solidFill>
              </a:rPr>
              <a:t>əhəmiyyətli</a:t>
            </a:r>
            <a:r>
              <a:rPr lang="en-US" dirty="0">
                <a:solidFill>
                  <a:srgbClr val="FF0000"/>
                </a:solidFill>
              </a:rPr>
              <a:t> </a:t>
            </a:r>
            <a:r>
              <a:rPr lang="en-US" dirty="0" err="1">
                <a:solidFill>
                  <a:srgbClr val="FF0000"/>
                </a:solidFill>
              </a:rPr>
              <a:t>tədbirlərin</a:t>
            </a:r>
            <a:r>
              <a:rPr lang="en-US" dirty="0">
                <a:solidFill>
                  <a:srgbClr val="FF0000"/>
                </a:solidFill>
              </a:rPr>
              <a:t> </a:t>
            </a:r>
            <a:r>
              <a:rPr lang="en-US" dirty="0" err="1">
                <a:solidFill>
                  <a:srgbClr val="FF0000"/>
                </a:solidFill>
              </a:rPr>
              <a:t>təşkili</a:t>
            </a:r>
            <a:endParaRPr lang="en-US" dirty="0">
              <a:solidFill>
                <a:srgbClr val="FF0000"/>
              </a:solidFill>
            </a:endParaRPr>
          </a:p>
        </p:txBody>
      </p:sp>
      <p:sp>
        <p:nvSpPr>
          <p:cNvPr id="3" name="Content Placeholder 2"/>
          <p:cNvSpPr>
            <a:spLocks noGrp="1"/>
          </p:cNvSpPr>
          <p:nvPr>
            <p:ph sz="half" idx="1"/>
          </p:nvPr>
        </p:nvSpPr>
        <p:spPr>
          <a:xfrm>
            <a:off x="677334" y="2006695"/>
            <a:ext cx="4184035" cy="3880772"/>
          </a:xfrm>
        </p:spPr>
        <p:txBody>
          <a:bodyPr>
            <a:normAutofit/>
          </a:bodyPr>
          <a:lstStyle/>
          <a:p>
            <a:r>
              <a:rPr lang="en-US" dirty="0"/>
              <a:t>1.“Sağlam </a:t>
            </a:r>
            <a:r>
              <a:rPr lang="en-US" dirty="0" err="1"/>
              <a:t>həyat</a:t>
            </a:r>
            <a:r>
              <a:rPr lang="en-US" dirty="0"/>
              <a:t> </a:t>
            </a:r>
            <a:r>
              <a:rPr lang="en-US" dirty="0" err="1"/>
              <a:t>tərzi</a:t>
            </a:r>
            <a:r>
              <a:rPr lang="en-US" dirty="0"/>
              <a:t>”, </a:t>
            </a:r>
            <a:r>
              <a:rPr lang="en-US" dirty="0" err="1"/>
              <a:t>xəstəliklərin</a:t>
            </a:r>
            <a:r>
              <a:rPr lang="en-US" dirty="0"/>
              <a:t> </a:t>
            </a:r>
            <a:r>
              <a:rPr lang="en-US" dirty="0" err="1"/>
              <a:t>erkən</a:t>
            </a:r>
            <a:r>
              <a:rPr lang="en-US" dirty="0"/>
              <a:t> </a:t>
            </a:r>
            <a:r>
              <a:rPr lang="en-US" dirty="0" err="1"/>
              <a:t>simptomları</a:t>
            </a:r>
            <a:r>
              <a:rPr lang="en-US" dirty="0"/>
              <a:t> </a:t>
            </a:r>
            <a:r>
              <a:rPr lang="en-US" dirty="0" err="1"/>
              <a:t>üzrə</a:t>
            </a:r>
            <a:r>
              <a:rPr lang="en-US" dirty="0"/>
              <a:t> </a:t>
            </a:r>
            <a:r>
              <a:rPr lang="en-US" dirty="0" err="1"/>
              <a:t>şagirdlər</a:t>
            </a:r>
            <a:r>
              <a:rPr lang="en-US" dirty="0"/>
              <a:t> </a:t>
            </a:r>
            <a:r>
              <a:rPr lang="en-US" dirty="0" err="1"/>
              <a:t>arasında</a:t>
            </a:r>
            <a:r>
              <a:rPr lang="en-US" dirty="0"/>
              <a:t> </a:t>
            </a:r>
            <a:r>
              <a:rPr lang="en-US" dirty="0" err="1"/>
              <a:t>maariflənmə</a:t>
            </a:r>
            <a:r>
              <a:rPr lang="en-US" dirty="0"/>
              <a:t> </a:t>
            </a:r>
            <a:r>
              <a:rPr lang="en-US" dirty="0" err="1"/>
              <a:t>işi</a:t>
            </a:r>
            <a:r>
              <a:rPr lang="en-US" dirty="0"/>
              <a:t> </a:t>
            </a:r>
            <a:r>
              <a:rPr lang="en-US" dirty="0" err="1"/>
              <a:t>aparılmışdır</a:t>
            </a:r>
            <a:r>
              <a:rPr lang="en-US" dirty="0"/>
              <a:t>.</a:t>
            </a:r>
          </a:p>
          <a:p>
            <a:r>
              <a:rPr lang="en-US" dirty="0"/>
              <a:t>2</a:t>
            </a:r>
            <a:r>
              <a:rPr lang="en-US" dirty="0" smtClean="0"/>
              <a:t>.</a:t>
            </a:r>
            <a:r>
              <a:rPr lang="rue-Cyrl" dirty="0" smtClean="0"/>
              <a:t> </a:t>
            </a:r>
            <a:r>
              <a:rPr lang="en-US" dirty="0" err="1" smtClean="0"/>
              <a:t>Uşaqların</a:t>
            </a:r>
            <a:r>
              <a:rPr lang="en-US" dirty="0" smtClean="0"/>
              <a:t> </a:t>
            </a:r>
            <a:r>
              <a:rPr lang="en-US" dirty="0" err="1"/>
              <a:t>dispanserizasiyaya</a:t>
            </a:r>
            <a:r>
              <a:rPr lang="en-US" dirty="0"/>
              <a:t> </a:t>
            </a:r>
            <a:r>
              <a:rPr lang="en-US" dirty="0" err="1"/>
              <a:t>cəlb</a:t>
            </a:r>
            <a:r>
              <a:rPr lang="en-US" dirty="0"/>
              <a:t> </a:t>
            </a:r>
            <a:r>
              <a:rPr lang="en-US" dirty="0" err="1"/>
              <a:t>edilməsi</a:t>
            </a:r>
            <a:r>
              <a:rPr lang="en-US" dirty="0"/>
              <a:t> </a:t>
            </a:r>
            <a:r>
              <a:rPr lang="en-US" dirty="0" err="1"/>
              <a:t>məqsədi</a:t>
            </a:r>
            <a:r>
              <a:rPr lang="en-US" dirty="0"/>
              <a:t> </a:t>
            </a:r>
            <a:r>
              <a:rPr lang="en-US" dirty="0" err="1"/>
              <a:t>ilə</a:t>
            </a:r>
            <a:r>
              <a:rPr lang="en-US" dirty="0"/>
              <a:t> </a:t>
            </a:r>
            <a:r>
              <a:rPr lang="en-US" dirty="0" err="1"/>
              <a:t>kollektiv</a:t>
            </a:r>
            <a:r>
              <a:rPr lang="en-US" dirty="0"/>
              <a:t> </a:t>
            </a:r>
            <a:r>
              <a:rPr lang="en-US" dirty="0" err="1"/>
              <a:t>arasında</a:t>
            </a:r>
            <a:r>
              <a:rPr lang="en-US" dirty="0"/>
              <a:t> risk </a:t>
            </a:r>
            <a:r>
              <a:rPr lang="en-US" dirty="0" err="1"/>
              <a:t>amillərinə</a:t>
            </a:r>
            <a:r>
              <a:rPr lang="en-US" dirty="0"/>
              <a:t> </a:t>
            </a:r>
            <a:r>
              <a:rPr lang="en-US" dirty="0" err="1"/>
              <a:t>dair</a:t>
            </a:r>
            <a:r>
              <a:rPr lang="en-US" dirty="0"/>
              <a:t> </a:t>
            </a:r>
            <a:r>
              <a:rPr lang="en-US" dirty="0" err="1"/>
              <a:t>maarifləndirmə</a:t>
            </a:r>
            <a:r>
              <a:rPr lang="en-US" dirty="0"/>
              <a:t> </a:t>
            </a:r>
            <a:r>
              <a:rPr lang="en-US" dirty="0" err="1"/>
              <a:t>işi</a:t>
            </a:r>
            <a:r>
              <a:rPr lang="en-US" dirty="0"/>
              <a:t> </a:t>
            </a:r>
            <a:r>
              <a:rPr lang="en-US" dirty="0" err="1" smtClean="0"/>
              <a:t>aparıldı</a:t>
            </a:r>
            <a:r>
              <a:rPr lang="az-Latn-AZ" dirty="0"/>
              <a:t>.</a:t>
            </a:r>
            <a:endParaRPr lang="en-US" dirty="0"/>
          </a:p>
          <a:p>
            <a:r>
              <a:rPr lang="en-US" dirty="0"/>
              <a:t>3. “</a:t>
            </a:r>
            <a:r>
              <a:rPr lang="en-US" dirty="0" err="1"/>
              <a:t>İnsan</a:t>
            </a:r>
            <a:r>
              <a:rPr lang="en-US" dirty="0"/>
              <a:t> </a:t>
            </a:r>
            <a:r>
              <a:rPr lang="en-US" dirty="0" err="1"/>
              <a:t>alverinin</a:t>
            </a:r>
            <a:r>
              <a:rPr lang="en-US" dirty="0"/>
              <a:t> </a:t>
            </a:r>
            <a:r>
              <a:rPr lang="en-US" dirty="0" err="1"/>
              <a:t>qurbanı</a:t>
            </a:r>
            <a:r>
              <a:rPr lang="en-US" dirty="0"/>
              <a:t> </a:t>
            </a:r>
            <a:r>
              <a:rPr lang="en-US" dirty="0" err="1"/>
              <a:t>olma</a:t>
            </a:r>
            <a:r>
              <a:rPr lang="en-US" dirty="0"/>
              <a:t>!” </a:t>
            </a:r>
            <a:r>
              <a:rPr lang="en-US" dirty="0" err="1"/>
              <a:t>adlı</a:t>
            </a:r>
            <a:r>
              <a:rPr lang="en-US" dirty="0"/>
              <a:t> </a:t>
            </a:r>
            <a:r>
              <a:rPr lang="en-US" dirty="0" err="1"/>
              <a:t>maarifləndirici</a:t>
            </a:r>
            <a:r>
              <a:rPr lang="en-US" dirty="0"/>
              <a:t> </a:t>
            </a:r>
            <a:r>
              <a:rPr lang="en-US" dirty="0" err="1"/>
              <a:t>onlayn</a:t>
            </a:r>
            <a:r>
              <a:rPr lang="en-US" dirty="0"/>
              <a:t> </a:t>
            </a:r>
            <a:r>
              <a:rPr lang="en-US" dirty="0" err="1"/>
              <a:t>psixoprofilaktik</a:t>
            </a:r>
            <a:r>
              <a:rPr lang="en-US" dirty="0"/>
              <a:t> </a:t>
            </a:r>
            <a:r>
              <a:rPr lang="en-US" dirty="0" err="1"/>
              <a:t>görüş</a:t>
            </a:r>
            <a:r>
              <a:rPr lang="en-US" dirty="0"/>
              <a:t> </a:t>
            </a:r>
            <a:r>
              <a:rPr lang="en-US" dirty="0" err="1"/>
              <a:t>təşkil</a:t>
            </a:r>
            <a:r>
              <a:rPr lang="en-US" dirty="0"/>
              <a:t> </a:t>
            </a:r>
            <a:r>
              <a:rPr lang="en-US" dirty="0" err="1"/>
              <a:t>olundu</a:t>
            </a:r>
            <a:r>
              <a:rPr lang="en-US" dirty="0" smtClean="0"/>
              <a:t>.</a:t>
            </a:r>
            <a:endParaRPr lang="en-US" dirty="0"/>
          </a:p>
        </p:txBody>
      </p:sp>
      <p:sp>
        <p:nvSpPr>
          <p:cNvPr id="4" name="Content Placeholder 3"/>
          <p:cNvSpPr>
            <a:spLocks noGrp="1"/>
          </p:cNvSpPr>
          <p:nvPr>
            <p:ph sz="half" idx="2"/>
          </p:nvPr>
        </p:nvSpPr>
        <p:spPr>
          <a:xfrm>
            <a:off x="5031454" y="2006695"/>
            <a:ext cx="4184034" cy="3880773"/>
          </a:xfrm>
        </p:spPr>
        <p:txBody>
          <a:bodyPr>
            <a:normAutofit/>
          </a:bodyPr>
          <a:lstStyle/>
          <a:p>
            <a:r>
              <a:rPr lang="en-US" dirty="0"/>
              <a:t>4. </a:t>
            </a:r>
            <a:r>
              <a:rPr lang="en-US" dirty="0" err="1"/>
              <a:t>Məktəbin</a:t>
            </a:r>
            <a:r>
              <a:rPr lang="en-US" dirty="0"/>
              <a:t> </a:t>
            </a:r>
            <a:r>
              <a:rPr lang="en-US" dirty="0" err="1"/>
              <a:t>psixoloqu</a:t>
            </a:r>
            <a:r>
              <a:rPr lang="en-US" dirty="0"/>
              <a:t> </a:t>
            </a:r>
            <a:r>
              <a:rPr lang="en-US" dirty="0" err="1"/>
              <a:t>şagirdlərlə</a:t>
            </a:r>
            <a:r>
              <a:rPr lang="en-US" dirty="0"/>
              <a:t> </a:t>
            </a:r>
            <a:r>
              <a:rPr lang="en-US" dirty="0" err="1"/>
              <a:t>kiber</a:t>
            </a:r>
            <a:r>
              <a:rPr lang="en-US" dirty="0"/>
              <a:t> </a:t>
            </a:r>
            <a:r>
              <a:rPr lang="en-US" dirty="0" err="1"/>
              <a:t>təhlükəsizlik</a:t>
            </a:r>
            <a:r>
              <a:rPr lang="en-US" dirty="0"/>
              <a:t> </a:t>
            </a:r>
            <a:r>
              <a:rPr lang="en-US" dirty="0" err="1"/>
              <a:t>mövzusunda</a:t>
            </a:r>
            <a:r>
              <a:rPr lang="en-US" dirty="0"/>
              <a:t> </a:t>
            </a:r>
            <a:r>
              <a:rPr lang="en-US" dirty="0" err="1"/>
              <a:t>onlayn</a:t>
            </a:r>
            <a:r>
              <a:rPr lang="en-US" dirty="0"/>
              <a:t> </a:t>
            </a:r>
            <a:r>
              <a:rPr lang="en-US" dirty="0" err="1"/>
              <a:t>vebinar</a:t>
            </a:r>
            <a:r>
              <a:rPr lang="en-US" dirty="0"/>
              <a:t> </a:t>
            </a:r>
            <a:r>
              <a:rPr lang="en-US" dirty="0" err="1"/>
              <a:t>keçirdi</a:t>
            </a:r>
            <a:r>
              <a:rPr lang="en-US" dirty="0" smtClean="0"/>
              <a:t>.</a:t>
            </a:r>
            <a:endParaRPr lang="en-US" dirty="0"/>
          </a:p>
          <a:p>
            <a:r>
              <a:rPr lang="en-US" dirty="0"/>
              <a:t>5. </a:t>
            </a:r>
            <a:r>
              <a:rPr lang="en-US" dirty="0" err="1"/>
              <a:t>Sağlam</a:t>
            </a:r>
            <a:r>
              <a:rPr lang="en-US" dirty="0"/>
              <a:t> </a:t>
            </a:r>
            <a:r>
              <a:rPr lang="en-US" dirty="0" err="1"/>
              <a:t>həyat</a:t>
            </a:r>
            <a:r>
              <a:rPr lang="en-US" dirty="0"/>
              <a:t> </a:t>
            </a:r>
            <a:r>
              <a:rPr lang="en-US" dirty="0" err="1"/>
              <a:t>dərsi</a:t>
            </a:r>
            <a:r>
              <a:rPr lang="en-US" dirty="0"/>
              <a:t> </a:t>
            </a:r>
            <a:r>
              <a:rPr lang="en-US" dirty="0" err="1"/>
              <a:t>mövzusunda</a:t>
            </a:r>
            <a:r>
              <a:rPr lang="en-US" dirty="0"/>
              <a:t> </a:t>
            </a:r>
            <a:r>
              <a:rPr lang="en-US" dirty="0" err="1"/>
              <a:t>növbəti</a:t>
            </a:r>
            <a:r>
              <a:rPr lang="en-US" dirty="0"/>
              <a:t> </a:t>
            </a:r>
            <a:r>
              <a:rPr lang="en-US" dirty="0" err="1"/>
              <a:t>onlayn</a:t>
            </a:r>
            <a:r>
              <a:rPr lang="en-US" dirty="0"/>
              <a:t> </a:t>
            </a:r>
            <a:r>
              <a:rPr lang="en-US" dirty="0" err="1"/>
              <a:t>dəyirmi</a:t>
            </a:r>
            <a:r>
              <a:rPr lang="en-US" dirty="0"/>
              <a:t> masa </a:t>
            </a:r>
            <a:r>
              <a:rPr lang="en-US" dirty="0" err="1"/>
              <a:t>təşkil</a:t>
            </a:r>
            <a:r>
              <a:rPr lang="en-US" dirty="0"/>
              <a:t> </a:t>
            </a:r>
            <a:r>
              <a:rPr lang="en-US" dirty="0" err="1"/>
              <a:t>olundu</a:t>
            </a:r>
            <a:r>
              <a:rPr lang="en-US" dirty="0"/>
              <a:t>.</a:t>
            </a:r>
          </a:p>
          <a:p>
            <a:r>
              <a:rPr lang="en-US" dirty="0"/>
              <a:t>6. “15may-Beynəlxalq </a:t>
            </a:r>
            <a:r>
              <a:rPr lang="en-US" dirty="0" err="1"/>
              <a:t>Ailə</a:t>
            </a:r>
            <a:r>
              <a:rPr lang="en-US" dirty="0"/>
              <a:t> </a:t>
            </a:r>
            <a:r>
              <a:rPr lang="en-US" dirty="0" err="1"/>
              <a:t>Günü”nə</a:t>
            </a:r>
            <a:r>
              <a:rPr lang="en-US" dirty="0"/>
              <a:t> </a:t>
            </a:r>
            <a:r>
              <a:rPr lang="en-US" dirty="0" err="1"/>
              <a:t>həsr</a:t>
            </a:r>
            <a:r>
              <a:rPr lang="en-US" dirty="0"/>
              <a:t> </a:t>
            </a:r>
            <a:r>
              <a:rPr lang="en-US" dirty="0" err="1"/>
              <a:t>olunmuş</a:t>
            </a:r>
            <a:r>
              <a:rPr lang="en-US" dirty="0"/>
              <a:t> </a:t>
            </a:r>
            <a:r>
              <a:rPr lang="en-US" dirty="0" err="1"/>
              <a:t>onlayn</a:t>
            </a:r>
            <a:r>
              <a:rPr lang="en-US" dirty="0"/>
              <a:t> </a:t>
            </a:r>
            <a:r>
              <a:rPr lang="en-US" dirty="0" err="1"/>
              <a:t>tədbir</a:t>
            </a:r>
            <a:r>
              <a:rPr lang="en-US" dirty="0"/>
              <a:t> </a:t>
            </a:r>
            <a:r>
              <a:rPr lang="en-US" dirty="0" err="1"/>
              <a:t>keçirildi</a:t>
            </a:r>
            <a:r>
              <a:rPr lang="en-US" dirty="0"/>
              <a:t>.</a:t>
            </a:r>
          </a:p>
          <a:p>
            <a:endParaRPr lang="en-US" dirty="0"/>
          </a:p>
          <a:p>
            <a:endParaRPr lang="en-US" dirty="0"/>
          </a:p>
        </p:txBody>
      </p:sp>
      <p:pic>
        <p:nvPicPr>
          <p:cNvPr id="5" name="Picture 4"/>
          <p:cNvPicPr>
            <a:picLocks noChangeAspect="1"/>
          </p:cNvPicPr>
          <p:nvPr/>
        </p:nvPicPr>
        <p:blipFill>
          <a:blip r:embed="rId2"/>
          <a:stretch>
            <a:fillRect/>
          </a:stretch>
        </p:blipFill>
        <p:spPr>
          <a:xfrm>
            <a:off x="10092806" y="609600"/>
            <a:ext cx="2286000" cy="20002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6" name="Picture 5"/>
          <p:cNvPicPr>
            <a:picLocks noChangeAspect="1"/>
          </p:cNvPicPr>
          <p:nvPr/>
        </p:nvPicPr>
        <p:blipFill>
          <a:blip r:embed="rId3"/>
          <a:stretch>
            <a:fillRect/>
          </a:stretch>
        </p:blipFill>
        <p:spPr>
          <a:xfrm>
            <a:off x="9624890" y="2900825"/>
            <a:ext cx="2152650" cy="240030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a:blip r:embed="rId4"/>
          <a:stretch>
            <a:fillRect/>
          </a:stretch>
        </p:blipFill>
        <p:spPr>
          <a:xfrm>
            <a:off x="6388331" y="5036647"/>
            <a:ext cx="2885671" cy="182135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047314689"/>
      </p:ext>
    </p:extLst>
  </p:cSld>
  <p:clrMapOvr>
    <a:masterClrMapping/>
  </p:clrMapOvr>
  <p:transition spd="slow">
    <p:randomBar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Məktəbdə</a:t>
            </a:r>
            <a:r>
              <a:rPr lang="en-US" dirty="0">
                <a:solidFill>
                  <a:srgbClr val="FF0000"/>
                </a:solidFill>
              </a:rPr>
              <a:t> </a:t>
            </a:r>
            <a:r>
              <a:rPr lang="en-US" dirty="0" err="1">
                <a:solidFill>
                  <a:srgbClr val="FF0000"/>
                </a:solidFill>
              </a:rPr>
              <a:t>tədris</a:t>
            </a:r>
            <a:r>
              <a:rPr lang="en-US" dirty="0">
                <a:solidFill>
                  <a:srgbClr val="FF0000"/>
                </a:solidFill>
              </a:rPr>
              <a:t> </a:t>
            </a:r>
            <a:r>
              <a:rPr lang="en-US" dirty="0" err="1">
                <a:solidFill>
                  <a:srgbClr val="FF0000"/>
                </a:solidFill>
              </a:rPr>
              <a:t>prosesinin</a:t>
            </a:r>
            <a:r>
              <a:rPr lang="en-US" dirty="0">
                <a:solidFill>
                  <a:srgbClr val="FF0000"/>
                </a:solidFill>
              </a:rPr>
              <a:t> </a:t>
            </a:r>
            <a:r>
              <a:rPr lang="en-US" dirty="0" err="1">
                <a:solidFill>
                  <a:srgbClr val="FF0000"/>
                </a:solidFill>
              </a:rPr>
              <a:t>aparılması</a:t>
            </a:r>
            <a:r>
              <a:rPr lang="en-US" dirty="0">
                <a:solidFill>
                  <a:srgbClr val="FF0000"/>
                </a:solidFill>
              </a:rPr>
              <a:t> </a:t>
            </a:r>
            <a:r>
              <a:rPr lang="en-US" dirty="0" err="1">
                <a:solidFill>
                  <a:srgbClr val="FF0000"/>
                </a:solidFill>
              </a:rPr>
              <a:t>və</a:t>
            </a:r>
            <a:r>
              <a:rPr lang="en-US" dirty="0">
                <a:solidFill>
                  <a:srgbClr val="FF0000"/>
                </a:solidFill>
              </a:rPr>
              <a:t> </a:t>
            </a:r>
            <a:r>
              <a:rPr lang="en-US" dirty="0" err="1">
                <a:solidFill>
                  <a:srgbClr val="FF0000"/>
                </a:solidFill>
              </a:rPr>
              <a:t>təhsilin</a:t>
            </a:r>
            <a:r>
              <a:rPr lang="en-US" dirty="0">
                <a:solidFill>
                  <a:srgbClr val="FF0000"/>
                </a:solidFill>
              </a:rPr>
              <a:t> </a:t>
            </a:r>
            <a:r>
              <a:rPr lang="en-US" dirty="0" err="1">
                <a:solidFill>
                  <a:srgbClr val="FF0000"/>
                </a:solidFill>
              </a:rPr>
              <a:t>keyfiyyətinin</a:t>
            </a:r>
            <a:r>
              <a:rPr lang="en-US" dirty="0">
                <a:solidFill>
                  <a:srgbClr val="FF0000"/>
                </a:solidFill>
              </a:rPr>
              <a:t> </a:t>
            </a:r>
            <a:r>
              <a:rPr lang="en-US" dirty="0" err="1">
                <a:solidFill>
                  <a:srgbClr val="FF0000"/>
                </a:solidFill>
              </a:rPr>
              <a:t>yüksəldilməsi</a:t>
            </a:r>
            <a:r>
              <a:rPr lang="en-US" dirty="0">
                <a:solidFill>
                  <a:srgbClr val="FF0000"/>
                </a:solidFill>
              </a:rPr>
              <a:t> </a:t>
            </a:r>
            <a:r>
              <a:rPr lang="en-US" dirty="0" err="1">
                <a:solidFill>
                  <a:srgbClr val="FF0000"/>
                </a:solidFill>
              </a:rPr>
              <a:t>üçün</a:t>
            </a:r>
            <a:r>
              <a:rPr lang="en-US" dirty="0">
                <a:solidFill>
                  <a:srgbClr val="FF0000"/>
                </a:solidFill>
              </a:rPr>
              <a:t> </a:t>
            </a:r>
            <a:r>
              <a:rPr lang="en-US" dirty="0" err="1">
                <a:solidFill>
                  <a:srgbClr val="FF0000"/>
                </a:solidFill>
              </a:rPr>
              <a:t>valideynlərlə</a:t>
            </a:r>
            <a:r>
              <a:rPr lang="en-US" dirty="0">
                <a:solidFill>
                  <a:srgbClr val="FF0000"/>
                </a:solidFill>
              </a:rPr>
              <a:t> </a:t>
            </a:r>
            <a:r>
              <a:rPr lang="en-US" dirty="0" err="1">
                <a:solidFill>
                  <a:srgbClr val="FF0000"/>
                </a:solidFill>
              </a:rPr>
              <a:t>işin</a:t>
            </a:r>
            <a:r>
              <a:rPr lang="en-US" dirty="0">
                <a:solidFill>
                  <a:srgbClr val="FF0000"/>
                </a:solidFill>
              </a:rPr>
              <a:t> </a:t>
            </a:r>
            <a:r>
              <a:rPr lang="en-US" dirty="0" err="1">
                <a:solidFill>
                  <a:srgbClr val="FF0000"/>
                </a:solidFill>
              </a:rPr>
              <a:t>təşkili</a:t>
            </a:r>
            <a:r>
              <a:rPr lang="en-US" dirty="0">
                <a:solidFill>
                  <a:srgbClr val="FF0000"/>
                </a:solidFill>
              </a:rPr>
              <a:t/>
            </a:r>
            <a:br>
              <a:rPr lang="en-US" dirty="0">
                <a:solidFill>
                  <a:srgbClr val="FF0000"/>
                </a:solidFill>
              </a:rPr>
            </a:br>
            <a:r>
              <a:rPr lang="en-US" dirty="0"/>
              <a:t/>
            </a:r>
            <a:br>
              <a:rPr lang="en-US" dirty="0"/>
            </a:br>
            <a:endParaRPr lang="en-US" dirty="0"/>
          </a:p>
        </p:txBody>
      </p:sp>
      <p:pic>
        <p:nvPicPr>
          <p:cNvPr id="5" name="Content Placeholder 4"/>
          <p:cNvPicPr>
            <a:picLocks noGrp="1" noChangeAspect="1"/>
          </p:cNvPicPr>
          <p:nvPr>
            <p:ph sz="half" idx="1"/>
          </p:nvPr>
        </p:nvPicPr>
        <p:blipFill>
          <a:blip r:embed="rId2"/>
          <a:stretch>
            <a:fillRect/>
          </a:stretch>
        </p:blipFill>
        <p:spPr>
          <a:xfrm>
            <a:off x="771222" y="2219512"/>
            <a:ext cx="1878663" cy="187866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Content Placeholder 3"/>
          <p:cNvSpPr>
            <a:spLocks noGrp="1"/>
          </p:cNvSpPr>
          <p:nvPr>
            <p:ph sz="half" idx="2"/>
          </p:nvPr>
        </p:nvSpPr>
        <p:spPr>
          <a:xfrm>
            <a:off x="5403478" y="1930400"/>
            <a:ext cx="4184034" cy="3880773"/>
          </a:xfrm>
        </p:spPr>
        <p:txBody>
          <a:bodyPr>
            <a:noAutofit/>
          </a:bodyPr>
          <a:lstStyle/>
          <a:p>
            <a:r>
              <a:rPr lang="en-US" sz="1600" dirty="0" err="1"/>
              <a:t>Əlverişli</a:t>
            </a:r>
            <a:r>
              <a:rPr lang="en-US" sz="1600" dirty="0"/>
              <a:t> </a:t>
            </a:r>
            <a:r>
              <a:rPr lang="en-US" sz="1600" dirty="0" err="1"/>
              <a:t>təlim</a:t>
            </a:r>
            <a:r>
              <a:rPr lang="en-US" sz="1600" dirty="0"/>
              <a:t> </a:t>
            </a:r>
            <a:r>
              <a:rPr lang="en-US" sz="1600" dirty="0" err="1"/>
              <a:t>mühitinin</a:t>
            </a:r>
            <a:r>
              <a:rPr lang="en-US" sz="1600" dirty="0"/>
              <a:t> </a:t>
            </a:r>
            <a:r>
              <a:rPr lang="en-US" sz="1600" dirty="0" err="1"/>
              <a:t>yaranması</a:t>
            </a:r>
            <a:r>
              <a:rPr lang="en-US" sz="1600" dirty="0"/>
              <a:t> </a:t>
            </a:r>
            <a:r>
              <a:rPr lang="en-US" sz="1600" dirty="0" err="1"/>
              <a:t>istiqamətində</a:t>
            </a:r>
            <a:r>
              <a:rPr lang="en-US" sz="1600" dirty="0"/>
              <a:t> </a:t>
            </a:r>
            <a:r>
              <a:rPr lang="en-US" sz="1600" dirty="0" err="1"/>
              <a:t>aparılan</a:t>
            </a:r>
            <a:r>
              <a:rPr lang="en-US" sz="1600" dirty="0"/>
              <a:t> </a:t>
            </a:r>
            <a:r>
              <a:rPr lang="en-US" sz="1600" dirty="0" err="1"/>
              <a:t>iş</a:t>
            </a:r>
            <a:r>
              <a:rPr lang="en-US" sz="1600" dirty="0"/>
              <a:t> </a:t>
            </a:r>
            <a:r>
              <a:rPr lang="en-US" sz="1600" dirty="0" err="1"/>
              <a:t>çərçivəsində</a:t>
            </a:r>
            <a:r>
              <a:rPr lang="en-US" sz="1600" dirty="0"/>
              <a:t> </a:t>
            </a:r>
            <a:r>
              <a:rPr lang="en-US" sz="1600" dirty="0" err="1"/>
              <a:t>məktəbin</a:t>
            </a:r>
            <a:r>
              <a:rPr lang="en-US" sz="1600" dirty="0"/>
              <a:t> </a:t>
            </a:r>
            <a:r>
              <a:rPr lang="en-US" sz="1600" dirty="0" err="1"/>
              <a:t>şagird</a:t>
            </a:r>
            <a:r>
              <a:rPr lang="en-US" sz="1600" dirty="0"/>
              <a:t> </a:t>
            </a:r>
            <a:r>
              <a:rPr lang="en-US" sz="1600" dirty="0" err="1"/>
              <a:t>və</a:t>
            </a:r>
            <a:r>
              <a:rPr lang="en-US" sz="1600" dirty="0"/>
              <a:t> </a:t>
            </a:r>
            <a:r>
              <a:rPr lang="en-US" sz="1600" dirty="0" err="1"/>
              <a:t>müəllim</a:t>
            </a:r>
            <a:r>
              <a:rPr lang="en-US" sz="1600" dirty="0"/>
              <a:t> </a:t>
            </a:r>
            <a:r>
              <a:rPr lang="en-US" sz="1600" dirty="0" err="1"/>
              <a:t>kollektivi</a:t>
            </a:r>
            <a:r>
              <a:rPr lang="en-US" sz="1600" dirty="0"/>
              <a:t> </a:t>
            </a:r>
            <a:r>
              <a:rPr lang="en-US" sz="1600" dirty="0" err="1"/>
              <a:t>ilə</a:t>
            </a:r>
            <a:r>
              <a:rPr lang="en-US" sz="1600" dirty="0"/>
              <a:t> </a:t>
            </a:r>
            <a:r>
              <a:rPr lang="en-US" sz="1600" dirty="0" err="1"/>
              <a:t>onlayn</a:t>
            </a:r>
            <a:r>
              <a:rPr lang="en-US" sz="1600" dirty="0"/>
              <a:t> </a:t>
            </a:r>
            <a:r>
              <a:rPr lang="en-US" sz="1600" dirty="0" err="1"/>
              <a:t>görüş</a:t>
            </a:r>
            <a:r>
              <a:rPr lang="en-US" sz="1600" dirty="0"/>
              <a:t> </a:t>
            </a:r>
            <a:r>
              <a:rPr lang="en-US" sz="1600" dirty="0" err="1"/>
              <a:t>təşkil</a:t>
            </a:r>
            <a:r>
              <a:rPr lang="en-US" sz="1600" dirty="0"/>
              <a:t> </a:t>
            </a:r>
            <a:r>
              <a:rPr lang="en-US" sz="1600" dirty="0" err="1"/>
              <a:t>edildi</a:t>
            </a:r>
            <a:r>
              <a:rPr lang="en-US" sz="1600" dirty="0"/>
              <a:t>.</a:t>
            </a:r>
          </a:p>
          <a:p>
            <a:r>
              <a:rPr lang="en-US" sz="1600" dirty="0" err="1" smtClean="0"/>
              <a:t>Məktəbin</a:t>
            </a:r>
            <a:r>
              <a:rPr lang="en-US" sz="1600" dirty="0" smtClean="0"/>
              <a:t> </a:t>
            </a:r>
            <a:r>
              <a:rPr lang="en-US" sz="1600" dirty="0" err="1"/>
              <a:t>psixoloqu</a:t>
            </a:r>
            <a:r>
              <a:rPr lang="en-US" sz="1600" dirty="0"/>
              <a:t> </a:t>
            </a:r>
            <a:r>
              <a:rPr lang="en-US" sz="1600" dirty="0" err="1"/>
              <a:t>konsultativ</a:t>
            </a:r>
            <a:r>
              <a:rPr lang="en-US" sz="1600" dirty="0"/>
              <a:t> </a:t>
            </a:r>
            <a:r>
              <a:rPr lang="en-US" sz="1600" dirty="0" err="1"/>
              <a:t>söhbət</a:t>
            </a:r>
            <a:r>
              <a:rPr lang="en-US" sz="1600" dirty="0"/>
              <a:t> </a:t>
            </a:r>
            <a:r>
              <a:rPr lang="en-US" sz="1600" dirty="0" err="1"/>
              <a:t>apararaq</a:t>
            </a:r>
            <a:r>
              <a:rPr lang="en-US" sz="1600" dirty="0"/>
              <a:t> </a:t>
            </a:r>
            <a:r>
              <a:rPr lang="en-US" sz="1600" dirty="0" err="1"/>
              <a:t>yeniyetmə</a:t>
            </a:r>
            <a:r>
              <a:rPr lang="en-US" sz="1600" dirty="0"/>
              <a:t> </a:t>
            </a:r>
            <a:r>
              <a:rPr lang="en-US" sz="1600" dirty="0" err="1"/>
              <a:t>şagirdlərin</a:t>
            </a:r>
            <a:r>
              <a:rPr lang="en-US" sz="1600" dirty="0"/>
              <a:t> </a:t>
            </a:r>
            <a:r>
              <a:rPr lang="en-US" sz="1600" dirty="0" err="1"/>
              <a:t>yaş</a:t>
            </a:r>
            <a:r>
              <a:rPr lang="en-US" sz="1600" dirty="0"/>
              <a:t> </a:t>
            </a:r>
            <a:r>
              <a:rPr lang="en-US" sz="1600" dirty="0" err="1"/>
              <a:t>böhranı</a:t>
            </a:r>
            <a:r>
              <a:rPr lang="en-US" sz="1600" dirty="0"/>
              <a:t> </a:t>
            </a:r>
            <a:r>
              <a:rPr lang="en-US" sz="1600" dirty="0" err="1"/>
              <a:t>ilə</a:t>
            </a:r>
            <a:r>
              <a:rPr lang="en-US" sz="1600" dirty="0"/>
              <a:t> </a:t>
            </a:r>
            <a:r>
              <a:rPr lang="en-US" sz="1600" dirty="0" err="1"/>
              <a:t>əlaqədar</a:t>
            </a:r>
            <a:r>
              <a:rPr lang="en-US" sz="1600" dirty="0"/>
              <a:t> </a:t>
            </a:r>
            <a:r>
              <a:rPr lang="en-US" sz="1600" dirty="0" err="1"/>
              <a:t>qarşılaşdıqları</a:t>
            </a:r>
            <a:r>
              <a:rPr lang="en-US" sz="1600" dirty="0"/>
              <a:t> </a:t>
            </a:r>
            <a:r>
              <a:rPr lang="en-US" sz="1600" dirty="0" err="1"/>
              <a:t>problemlərin</a:t>
            </a:r>
            <a:r>
              <a:rPr lang="en-US" sz="1600" dirty="0"/>
              <a:t> </a:t>
            </a:r>
            <a:r>
              <a:rPr lang="en-US" sz="1600" dirty="0" err="1"/>
              <a:t>həlli</a:t>
            </a:r>
            <a:r>
              <a:rPr lang="en-US" sz="1600" dirty="0"/>
              <a:t> </a:t>
            </a:r>
            <a:r>
              <a:rPr lang="en-US" sz="1600" dirty="0" err="1"/>
              <a:t>yollarını</a:t>
            </a:r>
            <a:r>
              <a:rPr lang="en-US" sz="1600" dirty="0"/>
              <a:t> </a:t>
            </a:r>
            <a:r>
              <a:rPr lang="en-US" sz="1600" dirty="0" err="1"/>
              <a:t>araşdırdı</a:t>
            </a:r>
            <a:r>
              <a:rPr lang="en-US" sz="1600" dirty="0"/>
              <a:t>. </a:t>
            </a:r>
          </a:p>
          <a:p>
            <a:r>
              <a:rPr lang="en-US" sz="1600" dirty="0" err="1" smtClean="0"/>
              <a:t>Şagirdlərin</a:t>
            </a:r>
            <a:r>
              <a:rPr lang="en-US" sz="1600" dirty="0"/>
              <a:t>, </a:t>
            </a:r>
            <a:r>
              <a:rPr lang="en-US" sz="1600" dirty="0" err="1"/>
              <a:t>müəllimlərin</a:t>
            </a:r>
            <a:r>
              <a:rPr lang="en-US" sz="1600" dirty="0"/>
              <a:t> </a:t>
            </a:r>
            <a:r>
              <a:rPr lang="en-US" sz="1600" dirty="0" err="1"/>
              <a:t>və</a:t>
            </a:r>
            <a:r>
              <a:rPr lang="en-US" sz="1600" dirty="0"/>
              <a:t> </a:t>
            </a:r>
            <a:r>
              <a:rPr lang="en-US" sz="1600" dirty="0" err="1"/>
              <a:t>valideynlərin</a:t>
            </a:r>
            <a:r>
              <a:rPr lang="en-US" sz="1600" dirty="0"/>
              <a:t> </a:t>
            </a:r>
            <a:r>
              <a:rPr lang="en-US" sz="1600" dirty="0" err="1"/>
              <a:t>iştirakı</a:t>
            </a:r>
            <a:r>
              <a:rPr lang="en-US" sz="1600" dirty="0"/>
              <a:t> </a:t>
            </a:r>
            <a:r>
              <a:rPr lang="en-US" sz="1600" dirty="0" err="1"/>
              <a:t>ilə</a:t>
            </a:r>
            <a:r>
              <a:rPr lang="en-US" sz="1600" dirty="0"/>
              <a:t> </a:t>
            </a:r>
            <a:r>
              <a:rPr lang="en-US" sz="1600" dirty="0" err="1"/>
              <a:t>valideyn-uşaq</a:t>
            </a:r>
            <a:r>
              <a:rPr lang="en-US" sz="1600" dirty="0"/>
              <a:t> </a:t>
            </a:r>
            <a:r>
              <a:rPr lang="en-US" sz="1600" dirty="0" err="1"/>
              <a:t>münasibətlərinin</a:t>
            </a:r>
            <a:r>
              <a:rPr lang="en-US" sz="1600" dirty="0"/>
              <a:t> </a:t>
            </a:r>
            <a:r>
              <a:rPr lang="en-US" sz="1600" dirty="0" err="1"/>
              <a:t>tənzimlənməsi</a:t>
            </a:r>
            <a:r>
              <a:rPr lang="en-US" sz="1600" dirty="0"/>
              <a:t> </a:t>
            </a:r>
            <a:r>
              <a:rPr lang="en-US" sz="1600" dirty="0" err="1"/>
              <a:t>mövzusunda</a:t>
            </a:r>
            <a:r>
              <a:rPr lang="en-US" sz="1600" dirty="0"/>
              <a:t> </a:t>
            </a:r>
            <a:r>
              <a:rPr lang="en-US" sz="1600" dirty="0" err="1"/>
              <a:t>onlayn</a:t>
            </a:r>
            <a:r>
              <a:rPr lang="en-US" sz="1600" dirty="0"/>
              <a:t> </a:t>
            </a:r>
            <a:r>
              <a:rPr lang="en-US" sz="1600" dirty="0" err="1"/>
              <a:t>dəyirmi</a:t>
            </a:r>
            <a:r>
              <a:rPr lang="en-US" sz="1600" dirty="0"/>
              <a:t> masa </a:t>
            </a:r>
            <a:r>
              <a:rPr lang="en-US" sz="1600" dirty="0" err="1"/>
              <a:t>təşkil</a:t>
            </a:r>
            <a:r>
              <a:rPr lang="en-US" sz="1600" dirty="0"/>
              <a:t> </a:t>
            </a:r>
            <a:r>
              <a:rPr lang="en-US" sz="1600" dirty="0" err="1"/>
              <a:t>olundu</a:t>
            </a:r>
            <a:r>
              <a:rPr lang="en-US" sz="1600" dirty="0"/>
              <a:t>. </a:t>
            </a:r>
          </a:p>
          <a:p>
            <a:r>
              <a:rPr lang="en-US" sz="1600" dirty="0" err="1"/>
              <a:t>Şagirdlərin</a:t>
            </a:r>
            <a:r>
              <a:rPr lang="en-US" sz="1600" dirty="0"/>
              <a:t> </a:t>
            </a:r>
            <a:r>
              <a:rPr lang="en-US" sz="1600" dirty="0" err="1"/>
              <a:t>buraxılış</a:t>
            </a:r>
            <a:r>
              <a:rPr lang="en-US" sz="1600" dirty="0"/>
              <a:t> </a:t>
            </a:r>
            <a:r>
              <a:rPr lang="en-US" sz="1600" dirty="0" err="1"/>
              <a:t>imtahanlarına</a:t>
            </a:r>
            <a:r>
              <a:rPr lang="en-US" sz="1600" dirty="0"/>
              <a:t> </a:t>
            </a:r>
            <a:r>
              <a:rPr lang="en-US" sz="1600" dirty="0" err="1"/>
              <a:t>hazırlığının</a:t>
            </a:r>
            <a:r>
              <a:rPr lang="en-US" sz="1600" dirty="0"/>
              <a:t> </a:t>
            </a:r>
            <a:r>
              <a:rPr lang="en-US" sz="1600" dirty="0" err="1"/>
              <a:t>vəziyyəti</a:t>
            </a:r>
            <a:r>
              <a:rPr lang="en-US" sz="1600" dirty="0"/>
              <a:t> </a:t>
            </a:r>
            <a:r>
              <a:rPr lang="en-US" sz="1600" dirty="0" err="1"/>
              <a:t>müzakirə</a:t>
            </a:r>
            <a:r>
              <a:rPr lang="en-US" sz="1600" dirty="0"/>
              <a:t> </a:t>
            </a:r>
            <a:r>
              <a:rPr lang="en-US" sz="1600" dirty="0" err="1"/>
              <a:t>olundu</a:t>
            </a:r>
            <a:r>
              <a:rPr lang="en-US" sz="1600" dirty="0"/>
              <a:t>. </a:t>
            </a:r>
            <a:r>
              <a:rPr lang="en-US" sz="1600" dirty="0" err="1"/>
              <a:t>Məktəb-valideyn-şagird</a:t>
            </a:r>
            <a:r>
              <a:rPr lang="en-US" sz="1600" dirty="0"/>
              <a:t> </a:t>
            </a:r>
            <a:r>
              <a:rPr lang="en-US" sz="1600" dirty="0" err="1"/>
              <a:t>əlaqəsinin</a:t>
            </a:r>
            <a:r>
              <a:rPr lang="en-US" sz="1600" dirty="0"/>
              <a:t> </a:t>
            </a:r>
            <a:r>
              <a:rPr lang="en-US" sz="1600" dirty="0" err="1"/>
              <a:t>nəticələrə</a:t>
            </a:r>
            <a:r>
              <a:rPr lang="en-US" sz="1600" dirty="0"/>
              <a:t> </a:t>
            </a:r>
            <a:r>
              <a:rPr lang="en-US" sz="1600" dirty="0" err="1"/>
              <a:t>təsiri</a:t>
            </a:r>
            <a:r>
              <a:rPr lang="en-US" sz="1600" dirty="0"/>
              <a:t> </a:t>
            </a:r>
            <a:r>
              <a:rPr lang="en-US" sz="1600" dirty="0" err="1"/>
              <a:t>vurğulandı</a:t>
            </a:r>
            <a:r>
              <a:rPr lang="en-US" sz="1600" dirty="0"/>
              <a:t>.</a:t>
            </a:r>
            <a:br>
              <a:rPr lang="en-US" sz="1600" dirty="0"/>
            </a:br>
            <a:endParaRPr lang="en-US" sz="1600" dirty="0"/>
          </a:p>
        </p:txBody>
      </p:sp>
      <p:pic>
        <p:nvPicPr>
          <p:cNvPr id="6" name="Picture 5"/>
          <p:cNvPicPr>
            <a:picLocks noChangeAspect="1"/>
          </p:cNvPicPr>
          <p:nvPr/>
        </p:nvPicPr>
        <p:blipFill>
          <a:blip r:embed="rId3"/>
          <a:stretch>
            <a:fillRect/>
          </a:stretch>
        </p:blipFill>
        <p:spPr>
          <a:xfrm>
            <a:off x="2341914" y="5102024"/>
            <a:ext cx="2633754" cy="1720734"/>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a:blip r:embed="rId4"/>
          <a:stretch>
            <a:fillRect/>
          </a:stretch>
        </p:blipFill>
        <p:spPr>
          <a:xfrm>
            <a:off x="1343458" y="3378170"/>
            <a:ext cx="2771775" cy="16478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304924203"/>
      </p:ext>
    </p:extLst>
  </p:cSld>
  <p:clrMapOvr>
    <a:masterClrMapping/>
  </p:clrMapOvr>
  <p:transition spd="slow">
    <p:comb/>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z-Latn-AZ" dirty="0" smtClean="0"/>
              <a:t>Yay məktəbi</a:t>
            </a:r>
            <a:endParaRPr lang="en-US" dirty="0"/>
          </a:p>
        </p:txBody>
      </p:sp>
      <p:sp>
        <p:nvSpPr>
          <p:cNvPr id="3" name="Content Placeholder 2"/>
          <p:cNvSpPr>
            <a:spLocks noGrp="1"/>
          </p:cNvSpPr>
          <p:nvPr>
            <p:ph sz="half" idx="1"/>
          </p:nvPr>
        </p:nvSpPr>
        <p:spPr>
          <a:xfrm>
            <a:off x="168923" y="1930400"/>
            <a:ext cx="4184035" cy="3880772"/>
          </a:xfrm>
        </p:spPr>
        <p:txBody>
          <a:bodyPr>
            <a:normAutofit/>
          </a:bodyPr>
          <a:lstStyle/>
          <a:p>
            <a:pPr marL="0" indent="0">
              <a:buNone/>
            </a:pPr>
            <a:r>
              <a:rPr lang="az-Latn-AZ" sz="2400" dirty="0" smtClean="0"/>
              <a:t>Yay məktəbində</a:t>
            </a:r>
            <a:r>
              <a:rPr lang="en-US" sz="2400" dirty="0" smtClean="0"/>
              <a:t> </a:t>
            </a:r>
            <a:r>
              <a:rPr lang="az-Latn-AZ" sz="2400" dirty="0" smtClean="0"/>
              <a:t>I-IV siniflər üzrə 70 nəfər şagird,V-X siniflər üzrə 53 </a:t>
            </a:r>
            <a:r>
              <a:rPr lang="az-Latn-AZ" sz="2400" dirty="0"/>
              <a:t>nəfər şagird cəlb olunmuşdur.</a:t>
            </a:r>
            <a:endParaRPr lang="en-US" sz="2400" dirty="0"/>
          </a:p>
          <a:p>
            <a:pPr marL="0" indent="0">
              <a:buNone/>
            </a:pPr>
            <a:endParaRPr lang="az-Latn-AZ" sz="2400" dirty="0" smtClean="0"/>
          </a:p>
        </p:txBody>
      </p:sp>
      <p:pic>
        <p:nvPicPr>
          <p:cNvPr id="5" name="Content Placeholder 4"/>
          <p:cNvPicPr>
            <a:picLocks noGrp="1" noChangeAspect="1"/>
          </p:cNvPicPr>
          <p:nvPr>
            <p:ph sz="half" idx="2"/>
          </p:nvPr>
        </p:nvPicPr>
        <p:blipFill>
          <a:blip r:embed="rId2"/>
          <a:stretch>
            <a:fillRect/>
          </a:stretch>
        </p:blipFill>
        <p:spPr>
          <a:xfrm>
            <a:off x="7986005" y="-20226"/>
            <a:ext cx="4184650" cy="384290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p:cNvPicPr>
            <a:picLocks noChangeAspect="1"/>
          </p:cNvPicPr>
          <p:nvPr/>
        </p:nvPicPr>
        <p:blipFill>
          <a:blip r:embed="rId3"/>
          <a:stretch>
            <a:fillRect/>
          </a:stretch>
        </p:blipFill>
        <p:spPr>
          <a:xfrm>
            <a:off x="1684549" y="3852840"/>
            <a:ext cx="4876012" cy="3005159"/>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7" name="Picture 6"/>
          <p:cNvPicPr>
            <a:picLocks noChangeAspect="1"/>
          </p:cNvPicPr>
          <p:nvPr/>
        </p:nvPicPr>
        <p:blipFill>
          <a:blip r:embed="rId4"/>
          <a:stretch>
            <a:fillRect/>
          </a:stretch>
        </p:blipFill>
        <p:spPr>
          <a:xfrm>
            <a:off x="6677892" y="3570144"/>
            <a:ext cx="4444586" cy="28627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p:cNvPicPr>
            <a:picLocks noChangeAspect="1"/>
          </p:cNvPicPr>
          <p:nvPr/>
        </p:nvPicPr>
        <p:blipFill>
          <a:blip r:embed="rId5"/>
          <a:stretch>
            <a:fillRect/>
          </a:stretch>
        </p:blipFill>
        <p:spPr>
          <a:xfrm>
            <a:off x="4539345" y="146365"/>
            <a:ext cx="3260273" cy="325718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65649758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i="1" dirty="0" smtClean="0"/>
              <a:t> </a:t>
            </a:r>
            <a:r>
              <a:rPr lang="en-US" dirty="0" err="1">
                <a:solidFill>
                  <a:srgbClr val="FF0000"/>
                </a:solidFill>
                <a:effectLst>
                  <a:outerShdw blurRad="38100" dist="38100" dir="2700000" algn="tl">
                    <a:srgbClr val="000000">
                      <a:alpha val="43137"/>
                    </a:srgbClr>
                  </a:outerShdw>
                </a:effectLst>
              </a:rPr>
              <a:t>Məktəbin</a:t>
            </a: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rPr>
              <a:t>zəif</a:t>
            </a: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rPr>
              <a:t>tərəfləri</a:t>
            </a: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rPr>
              <a:t>və</a:t>
            </a:r>
            <a:r>
              <a:rPr lang="en-US" dirty="0">
                <a:solidFill>
                  <a:srgbClr val="FF0000"/>
                </a:solidFill>
                <a:effectLst>
                  <a:outerShdw blurRad="38100" dist="38100" dir="2700000" algn="tl">
                    <a:srgbClr val="000000">
                      <a:alpha val="43137"/>
                    </a:srgbClr>
                  </a:outerShdw>
                </a:effectLst>
              </a:rPr>
              <a:t> </a:t>
            </a:r>
            <a:r>
              <a:rPr lang="en-US" dirty="0" err="1" smtClean="0">
                <a:solidFill>
                  <a:srgbClr val="FF0000"/>
                </a:solidFill>
                <a:effectLst>
                  <a:outerShdw blurRad="38100" dist="38100" dir="2700000" algn="tl">
                    <a:srgbClr val="000000">
                      <a:alpha val="43137"/>
                    </a:srgbClr>
                  </a:outerShdw>
                </a:effectLst>
              </a:rPr>
              <a:t>ehtiyacları</a:t>
            </a:r>
            <a:r>
              <a:rPr lang="en-US" dirty="0">
                <a:solidFill>
                  <a:srgbClr val="FF0000"/>
                </a:solidFill>
                <a:effectLst>
                  <a:outerShdw blurRad="38100" dist="38100" dir="2700000" algn="tl">
                    <a:srgbClr val="000000">
                      <a:alpha val="43137"/>
                    </a:srgbClr>
                  </a:outerShdw>
                </a:effectLst>
              </a:rPr>
              <a:t/>
            </a:r>
            <a:br>
              <a:rPr lang="en-US" dirty="0">
                <a:solidFill>
                  <a:srgbClr val="FF0000"/>
                </a:solidFill>
                <a:effectLst>
                  <a:outerShdw blurRad="38100" dist="38100" dir="2700000" algn="tl">
                    <a:srgbClr val="000000">
                      <a:alpha val="43137"/>
                    </a:srgbClr>
                  </a:outerShdw>
                </a:effectLst>
              </a:rPr>
            </a:br>
            <a:r>
              <a:rPr lang="en-US" dirty="0">
                <a:solidFill>
                  <a:srgbClr val="FF0000"/>
                </a:solidFill>
                <a:effectLst>
                  <a:outerShdw blurRad="38100" dist="38100" dir="2700000" algn="tl">
                    <a:srgbClr val="000000">
                      <a:alpha val="43137"/>
                    </a:srgbClr>
                  </a:outerShdw>
                </a:effectLst>
              </a:rPr>
              <a:t/>
            </a:r>
            <a:br>
              <a:rPr lang="en-US" dirty="0">
                <a:solidFill>
                  <a:srgbClr val="FF0000"/>
                </a:solidFill>
                <a:effectLst>
                  <a:outerShdw blurRad="38100" dist="38100" dir="2700000" algn="tl">
                    <a:srgbClr val="000000">
                      <a:alpha val="43137"/>
                    </a:srgbClr>
                  </a:outerShdw>
                </a:effectLst>
              </a:rPr>
            </a:br>
            <a:endParaRPr lang="en-US" dirty="0">
              <a:solidFill>
                <a:srgbClr val="FF0000"/>
              </a:solidFill>
              <a:effectLst>
                <a:outerShdw blurRad="38100" dist="38100" dir="2700000" algn="tl">
                  <a:srgbClr val="000000">
                    <a:alpha val="43137"/>
                  </a:srgbClr>
                </a:outerShdw>
              </a:effectLst>
            </a:endParaRPr>
          </a:p>
        </p:txBody>
      </p:sp>
      <p:sp>
        <p:nvSpPr>
          <p:cNvPr id="6" name="Content Placeholder 5"/>
          <p:cNvSpPr>
            <a:spLocks noGrp="1"/>
          </p:cNvSpPr>
          <p:nvPr>
            <p:ph idx="1"/>
          </p:nvPr>
        </p:nvSpPr>
        <p:spPr/>
        <p:txBody>
          <a:bodyPr>
            <a:noAutofit/>
          </a:bodyPr>
          <a:lstStyle/>
          <a:p>
            <a:pPr marL="0" indent="0">
              <a:buNone/>
            </a:pPr>
            <a:r>
              <a:rPr lang="en-US" sz="2400" b="1" i="1" dirty="0" err="1" smtClean="0">
                <a:solidFill>
                  <a:srgbClr val="92D050"/>
                </a:solidFill>
              </a:rPr>
              <a:t>Məktəbin</a:t>
            </a:r>
            <a:r>
              <a:rPr lang="en-US" sz="2400" b="1" i="1" dirty="0" smtClean="0">
                <a:solidFill>
                  <a:srgbClr val="92D050"/>
                </a:solidFill>
              </a:rPr>
              <a:t> </a:t>
            </a:r>
            <a:r>
              <a:rPr lang="en-US" sz="2400" b="1" i="1" dirty="0" err="1">
                <a:solidFill>
                  <a:srgbClr val="92D050"/>
                </a:solidFill>
              </a:rPr>
              <a:t>ərazisində</a:t>
            </a:r>
            <a:r>
              <a:rPr lang="en-US" sz="2400" b="1" i="1" dirty="0">
                <a:solidFill>
                  <a:srgbClr val="92D050"/>
                </a:solidFill>
              </a:rPr>
              <a:t> </a:t>
            </a:r>
            <a:r>
              <a:rPr lang="en-US" sz="2400" b="1" i="1" dirty="0" err="1">
                <a:solidFill>
                  <a:srgbClr val="92D050"/>
                </a:solidFill>
              </a:rPr>
              <a:t>yaşayan</a:t>
            </a:r>
            <a:r>
              <a:rPr lang="en-US" sz="2400" b="1" i="1" dirty="0">
                <a:solidFill>
                  <a:srgbClr val="92D050"/>
                </a:solidFill>
              </a:rPr>
              <a:t> </a:t>
            </a:r>
            <a:r>
              <a:rPr lang="en-US" sz="2400" b="1" i="1" dirty="0" err="1">
                <a:solidFill>
                  <a:srgbClr val="92D050"/>
                </a:solidFill>
              </a:rPr>
              <a:t>əhalinin</a:t>
            </a:r>
            <a:r>
              <a:rPr lang="en-US" sz="2400" b="1" i="1" dirty="0">
                <a:solidFill>
                  <a:srgbClr val="92D050"/>
                </a:solidFill>
              </a:rPr>
              <a:t> </a:t>
            </a:r>
            <a:r>
              <a:rPr lang="en-US" sz="2400" b="1" i="1" dirty="0" err="1">
                <a:solidFill>
                  <a:srgbClr val="92D050"/>
                </a:solidFill>
              </a:rPr>
              <a:t>maddi</a:t>
            </a:r>
            <a:r>
              <a:rPr lang="en-US" sz="2400" b="1" i="1" dirty="0">
                <a:solidFill>
                  <a:srgbClr val="92D050"/>
                </a:solidFill>
              </a:rPr>
              <a:t> </a:t>
            </a:r>
            <a:r>
              <a:rPr lang="en-US" sz="2400" b="1" i="1" dirty="0" err="1">
                <a:solidFill>
                  <a:srgbClr val="92D050"/>
                </a:solidFill>
              </a:rPr>
              <a:t>vəziyyətinin</a:t>
            </a:r>
            <a:r>
              <a:rPr lang="en-US" sz="2400" b="1" i="1" dirty="0">
                <a:solidFill>
                  <a:srgbClr val="92D050"/>
                </a:solidFill>
              </a:rPr>
              <a:t> </a:t>
            </a:r>
            <a:r>
              <a:rPr lang="en-US" sz="2400" b="1" i="1" dirty="0" err="1">
                <a:solidFill>
                  <a:srgbClr val="92D050"/>
                </a:solidFill>
              </a:rPr>
              <a:t>aşağı</a:t>
            </a:r>
            <a:r>
              <a:rPr lang="en-US" sz="2400" b="1" i="1" dirty="0">
                <a:solidFill>
                  <a:srgbClr val="92D050"/>
                </a:solidFill>
              </a:rPr>
              <a:t> </a:t>
            </a:r>
            <a:r>
              <a:rPr lang="en-US" sz="2400" b="1" i="1" dirty="0" err="1">
                <a:solidFill>
                  <a:srgbClr val="92D050"/>
                </a:solidFill>
              </a:rPr>
              <a:t>olması</a:t>
            </a:r>
            <a:r>
              <a:rPr lang="en-US" sz="2400" b="1" i="1" dirty="0">
                <a:solidFill>
                  <a:srgbClr val="92D050"/>
                </a:solidFill>
              </a:rPr>
              <a:t> </a:t>
            </a:r>
            <a:r>
              <a:rPr lang="en-US" sz="2400" b="1" i="1" dirty="0" err="1">
                <a:solidFill>
                  <a:srgbClr val="92D050"/>
                </a:solidFill>
              </a:rPr>
              <a:t>şagirdlərin</a:t>
            </a:r>
            <a:r>
              <a:rPr lang="en-US" sz="2400" b="1" i="1" dirty="0">
                <a:solidFill>
                  <a:srgbClr val="92D050"/>
                </a:solidFill>
              </a:rPr>
              <a:t> distant </a:t>
            </a:r>
            <a:r>
              <a:rPr lang="en-US" sz="2400" b="1" i="1" dirty="0" err="1">
                <a:solidFill>
                  <a:srgbClr val="92D050"/>
                </a:solidFill>
              </a:rPr>
              <a:t>təhsilə</a:t>
            </a:r>
            <a:r>
              <a:rPr lang="en-US" sz="2400" b="1" i="1" dirty="0">
                <a:solidFill>
                  <a:srgbClr val="92D050"/>
                </a:solidFill>
              </a:rPr>
              <a:t> </a:t>
            </a:r>
            <a:r>
              <a:rPr lang="en-US" sz="2400" b="1" i="1" dirty="0" err="1">
                <a:solidFill>
                  <a:srgbClr val="92D050"/>
                </a:solidFill>
              </a:rPr>
              <a:t>cəlb</a:t>
            </a:r>
            <a:r>
              <a:rPr lang="en-US" sz="2400" b="1" i="1" dirty="0">
                <a:solidFill>
                  <a:srgbClr val="92D050"/>
                </a:solidFill>
              </a:rPr>
              <a:t> </a:t>
            </a:r>
            <a:r>
              <a:rPr lang="en-US" sz="2400" b="1" i="1" dirty="0" err="1">
                <a:solidFill>
                  <a:srgbClr val="92D050"/>
                </a:solidFill>
              </a:rPr>
              <a:t>olunmasına</a:t>
            </a:r>
            <a:r>
              <a:rPr lang="en-US" sz="2400" b="1" i="1" dirty="0">
                <a:solidFill>
                  <a:srgbClr val="92D050"/>
                </a:solidFill>
              </a:rPr>
              <a:t> </a:t>
            </a:r>
            <a:r>
              <a:rPr lang="en-US" sz="2400" b="1" i="1" dirty="0" err="1" smtClean="0">
                <a:solidFill>
                  <a:srgbClr val="92D050"/>
                </a:solidFill>
              </a:rPr>
              <a:t>zəif</a:t>
            </a:r>
            <a:r>
              <a:rPr lang="en-US" sz="2400" b="1" i="1" dirty="0" smtClean="0">
                <a:solidFill>
                  <a:srgbClr val="92D050"/>
                </a:solidFill>
              </a:rPr>
              <a:t> </a:t>
            </a:r>
            <a:r>
              <a:rPr lang="en-US" sz="2400" b="1" i="1" dirty="0" err="1" smtClean="0">
                <a:solidFill>
                  <a:srgbClr val="92D050"/>
                </a:solidFill>
              </a:rPr>
              <a:t>təsir</a:t>
            </a:r>
            <a:r>
              <a:rPr lang="en-US" sz="2400" b="1" i="1" dirty="0" smtClean="0">
                <a:solidFill>
                  <a:srgbClr val="92D050"/>
                </a:solidFill>
              </a:rPr>
              <a:t> </a:t>
            </a:r>
            <a:r>
              <a:rPr lang="en-US" sz="2400" b="1" i="1" dirty="0" err="1" smtClean="0">
                <a:solidFill>
                  <a:srgbClr val="92D050"/>
                </a:solidFill>
              </a:rPr>
              <a:t>göstərmişdir.Valideynlərin</a:t>
            </a:r>
            <a:r>
              <a:rPr lang="en-US" sz="2400" b="1" i="1" dirty="0" smtClean="0">
                <a:solidFill>
                  <a:srgbClr val="92D050"/>
                </a:solidFill>
              </a:rPr>
              <a:t> </a:t>
            </a:r>
            <a:r>
              <a:rPr lang="en-US" sz="2400" b="1" i="1" dirty="0" err="1" smtClean="0">
                <a:solidFill>
                  <a:srgbClr val="92D050"/>
                </a:solidFill>
              </a:rPr>
              <a:t>bəzilərinin</a:t>
            </a:r>
            <a:r>
              <a:rPr lang="en-US" sz="2400" b="1" i="1" dirty="0" smtClean="0">
                <a:solidFill>
                  <a:srgbClr val="92D050"/>
                </a:solidFill>
              </a:rPr>
              <a:t> </a:t>
            </a:r>
            <a:r>
              <a:rPr lang="en-US" sz="2400" b="1" i="1" dirty="0" err="1" smtClean="0">
                <a:solidFill>
                  <a:srgbClr val="92D050"/>
                </a:solidFill>
              </a:rPr>
              <a:t>kirayədə</a:t>
            </a:r>
            <a:r>
              <a:rPr lang="en-US" sz="2400" b="1" i="1" dirty="0" smtClean="0">
                <a:solidFill>
                  <a:srgbClr val="92D050"/>
                </a:solidFill>
              </a:rPr>
              <a:t> </a:t>
            </a:r>
            <a:r>
              <a:rPr lang="en-US" sz="2400" b="1" i="1" dirty="0" err="1" smtClean="0">
                <a:solidFill>
                  <a:srgbClr val="92D050"/>
                </a:solidFill>
              </a:rPr>
              <a:t>yaşaması</a:t>
            </a:r>
            <a:r>
              <a:rPr lang="en-US" sz="2400" b="1" i="1" dirty="0" smtClean="0">
                <a:solidFill>
                  <a:srgbClr val="92D050"/>
                </a:solidFill>
              </a:rPr>
              <a:t> distant </a:t>
            </a:r>
            <a:r>
              <a:rPr lang="en-US" sz="2400" b="1" i="1" dirty="0" err="1" smtClean="0">
                <a:solidFill>
                  <a:srgbClr val="92D050"/>
                </a:solidFill>
              </a:rPr>
              <a:t>təhsilin</a:t>
            </a:r>
            <a:r>
              <a:rPr lang="en-US" sz="2400" b="1" i="1" dirty="0" smtClean="0">
                <a:solidFill>
                  <a:srgbClr val="92D050"/>
                </a:solidFill>
              </a:rPr>
              <a:t> </a:t>
            </a:r>
            <a:r>
              <a:rPr lang="en-US" sz="2400" b="1" i="1" dirty="0" err="1" smtClean="0">
                <a:solidFill>
                  <a:srgbClr val="92D050"/>
                </a:solidFill>
              </a:rPr>
              <a:t>zəif</a:t>
            </a:r>
            <a:r>
              <a:rPr lang="en-US" sz="2400" b="1" i="1" dirty="0" smtClean="0">
                <a:solidFill>
                  <a:srgbClr val="92D050"/>
                </a:solidFill>
              </a:rPr>
              <a:t> </a:t>
            </a:r>
            <a:r>
              <a:rPr lang="en-US" sz="2400" b="1" i="1" dirty="0" err="1" smtClean="0">
                <a:solidFill>
                  <a:srgbClr val="92D050"/>
                </a:solidFill>
              </a:rPr>
              <a:t>olmasının</a:t>
            </a:r>
            <a:r>
              <a:rPr lang="en-US" sz="2400" b="1" i="1" dirty="0" smtClean="0">
                <a:solidFill>
                  <a:srgbClr val="92D050"/>
                </a:solidFill>
              </a:rPr>
              <a:t> </a:t>
            </a:r>
            <a:r>
              <a:rPr lang="en-US" sz="2400" b="1" i="1" dirty="0" err="1">
                <a:solidFill>
                  <a:srgbClr val="92D050"/>
                </a:solidFill>
              </a:rPr>
              <a:t>göstəricilərindən</a:t>
            </a:r>
            <a:r>
              <a:rPr lang="en-US" sz="2400" b="1" i="1" dirty="0">
                <a:solidFill>
                  <a:srgbClr val="92D050"/>
                </a:solidFill>
              </a:rPr>
              <a:t> </a:t>
            </a:r>
            <a:r>
              <a:rPr lang="en-US" sz="2400" b="1" i="1" dirty="0" err="1">
                <a:solidFill>
                  <a:srgbClr val="92D050"/>
                </a:solidFill>
              </a:rPr>
              <a:t>biridir</a:t>
            </a:r>
            <a:r>
              <a:rPr lang="en-US" sz="2400" b="1" i="1" dirty="0">
                <a:solidFill>
                  <a:srgbClr val="92D050"/>
                </a:solidFill>
              </a:rPr>
              <a:t>.</a:t>
            </a:r>
            <a:endParaRPr lang="en-US" sz="2400" dirty="0">
              <a:solidFill>
                <a:srgbClr val="92D050"/>
              </a:solidFill>
            </a:endParaRPr>
          </a:p>
          <a:p>
            <a:pPr marL="0" indent="0">
              <a:buNone/>
            </a:pPr>
            <a:r>
              <a:rPr lang="en-US" sz="2400" dirty="0">
                <a:solidFill>
                  <a:srgbClr val="FF0000"/>
                </a:solidFill>
              </a:rPr>
              <a:t/>
            </a:r>
            <a:br>
              <a:rPr lang="en-US" sz="2400" dirty="0">
                <a:solidFill>
                  <a:srgbClr val="FF0000"/>
                </a:solidFill>
              </a:rPr>
            </a:br>
            <a:r>
              <a:rPr lang="az-Latn-AZ" sz="2400" b="1" i="1" dirty="0" smtClean="0">
                <a:solidFill>
                  <a:srgbClr val="FF0000"/>
                </a:solidFill>
              </a:rPr>
              <a:t>Məktəbin zirzəmisi su ilə dolmuşdur. Məktəbin yaxınlığından keçən su borularının əsaslı təmirə ehtiyacı vardır.</a:t>
            </a:r>
            <a:r>
              <a:rPr lang="en-US" sz="2400" b="1" i="1" dirty="0">
                <a:solidFill>
                  <a:srgbClr val="FF0000"/>
                </a:solidFill>
              </a:rPr>
              <a:t/>
            </a:r>
            <a:br>
              <a:rPr lang="en-US" sz="2400" b="1" i="1" dirty="0">
                <a:solidFill>
                  <a:srgbClr val="FF0000"/>
                </a:solidFill>
              </a:rPr>
            </a:br>
            <a:endParaRPr lang="en-US" sz="2400" b="1" i="1" dirty="0">
              <a:solidFill>
                <a:srgbClr val="FF0000"/>
              </a:solidFill>
            </a:endParaRPr>
          </a:p>
        </p:txBody>
      </p:sp>
    </p:spTree>
    <p:extLst>
      <p:ext uri="{BB962C8B-B14F-4D97-AF65-F5344CB8AC3E}">
        <p14:creationId xmlns:p14="http://schemas.microsoft.com/office/powerpoint/2010/main" val="1479634807"/>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0"/>
            <a:ext cx="12192000" cy="6827334"/>
          </a:xfrm>
          <a:prstGeom prst="rect">
            <a:avLst/>
          </a:prstGeom>
        </p:spPr>
      </p:pic>
    </p:spTree>
    <p:extLst>
      <p:ext uri="{BB962C8B-B14F-4D97-AF65-F5344CB8AC3E}">
        <p14:creationId xmlns:p14="http://schemas.microsoft.com/office/powerpoint/2010/main" val="11749869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962</TotalTime>
  <Words>1552</Words>
  <Application>Microsoft Office PowerPoint</Application>
  <PresentationFormat>Widescreen</PresentationFormat>
  <Paragraphs>226</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Times New Roman</vt:lpstr>
      <vt:lpstr>Trebuchet MS</vt:lpstr>
      <vt:lpstr>Wingdings 3</vt:lpstr>
      <vt:lpstr>Facet</vt:lpstr>
      <vt:lpstr>Binəqədi rayonu Həsən Cəbrayılov adına 99 N-li tam orta məktəb</vt:lpstr>
      <vt:lpstr>Binəqədi rayonu Həsən Cəbrayılov adına 99 N-li tam orta məktəb</vt:lpstr>
      <vt:lpstr>Şagird kontingenti və sinif komplekti </vt:lpstr>
      <vt:lpstr>Kadr məsələləri ilə bağlı işin təşkili</vt:lpstr>
      <vt:lpstr>Məktəbəhazırlıq qrupları üzrə işin təşkili</vt:lpstr>
      <vt:lpstr>İbtidai siniflər üzrə Ümumtəhsil dövlət standartları sənədində ibtidai sinif səviyyəsində şagirdlərin  təlim nəticələrinə uyğunluğunun təhlili. Şagirdlərin təlim nəticələrinin statistik göstəriciləri</vt:lpstr>
      <vt:lpstr>PowerPoint Presentation</vt:lpstr>
      <vt:lpstr>Ümumi orta təhsil səviyyəsində fənlər üzrə şagirdlərin təlim nəticələrinin təhlili</vt:lpstr>
      <vt:lpstr>IX siniflər üzrə keyfiyyət və müvəffəqiyyət faizi</vt:lpstr>
      <vt:lpstr>PowerPoint Presentation</vt:lpstr>
      <vt:lpstr>PowerPoint Presentation</vt:lpstr>
      <vt:lpstr>PowerPoint Presentation</vt:lpstr>
      <vt:lpstr>Xüsusi istedadı olan şagirdlərin aşkara çıxarılması və onlarla işin təşkili</vt:lpstr>
      <vt:lpstr>Müsabiqələrdə fərqlənən şagirdlər</vt:lpstr>
      <vt:lpstr>PowerPoint Presentation</vt:lpstr>
      <vt:lpstr>Fənn olimpiadaları</vt:lpstr>
      <vt:lpstr>Məktəbdə tətbiq olunan layihələrin nəticələri</vt:lpstr>
      <vt:lpstr>Psixoloji mühitin təşkili</vt:lpstr>
      <vt:lpstr>Xüsusi qayğıya ehtiyacı olan və risk qrupuna aid olan şagirdlər ilə işin təşkili </vt:lpstr>
      <vt:lpstr>Məktəbdənkənar işlərin, tərbiyəvi əhəmiyyətli tədbirlərin təşkili</vt:lpstr>
      <vt:lpstr>Məktəbdə tədris prosesinin aparılması və təhsilin keyfiyyətinin yüksəldilməsi üçün valideynlərlə işin təşkili  </vt:lpstr>
      <vt:lpstr>Yay məktəbi</vt:lpstr>
      <vt:lpstr> Məktəbin zəif tərəfləri və ehtiyacları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Binəqədi rayonu Həsən Cəbrayılov adına 99 N-li tam orta məktəb</dc:title>
  <dc:creator>SCC</dc:creator>
  <cp:lastModifiedBy>User</cp:lastModifiedBy>
  <cp:revision>92</cp:revision>
  <dcterms:created xsi:type="dcterms:W3CDTF">2021-06-23T06:06:40Z</dcterms:created>
  <dcterms:modified xsi:type="dcterms:W3CDTF">2021-07-06T18:08:01Z</dcterms:modified>
</cp:coreProperties>
</file>