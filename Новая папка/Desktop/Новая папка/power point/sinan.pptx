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7" r:id="rId3"/>
    <p:sldId id="256" r:id="rId4"/>
    <p:sldId id="258" r:id="rId5"/>
    <p:sldId id="259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6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b0c9a6d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gbb0c9a6d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ae98643ff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bae98643ff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b0c9a6daf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8" name="Google Shape;138;gbb0c9a6daf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b0c9a6daf_7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gbb0c9a6daf_7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b0c9a6daf_7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7" name="Google Shape;157;gbb0c9a6daf_7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ctrTitle"/>
          </p:nvPr>
        </p:nvSpPr>
        <p:spPr>
          <a:xfrm>
            <a:off x="1143000" y="392728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ru" b="1"/>
              <a:t>Avtomobillə ilk uçuş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1"/>
          </p:nvPr>
        </p:nvSpPr>
        <p:spPr>
          <a:xfrm>
            <a:off x="1224638" y="2767965"/>
            <a:ext cx="68580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ru" sz="3600"/>
              <a:t>Və ya uçan taksi uzaqda deyil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628650" y="3288506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 sz="4800"/>
              <a:t>Xəbərlər gözləyirik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471488" y="205383"/>
            <a:ext cx="5915100" cy="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Şirkətin planları</a:t>
            </a:r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471488" y="1026914"/>
            <a:ext cx="7847322" cy="24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SkyDrive ilk aeromobilləri 2023-cü ildə istehsalı etməyi planlaşdırır. 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“Biz böyük şəhərlərdə — Osaka və ya Tokioda hava taksisi xidmətinin işə salınması imkanını nəzərdən keçiririk.  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Əvvəlcə uçuşlar dənizin üz</a:t>
            </a:r>
            <a:r>
              <a:rPr lang="ru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ərindən həyata keçiriləcək, çünki insan kütlələri üzərindən uçmaq həddindən artıq risk olardı”</a:t>
            </a:r>
            <a:r>
              <a:rPr lang="ru" b="0" i="0" dirty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288608" y="181213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Sınaqlar necə keçirdi</a:t>
            </a:r>
            <a:endParaRPr/>
          </a:p>
        </p:txBody>
      </p:sp>
      <p:sp>
        <p:nvSpPr>
          <p:cNvPr id="147" name="Google Shape;147;p28"/>
          <p:cNvSpPr txBox="1">
            <a:spLocks noGrp="1"/>
          </p:cNvSpPr>
          <p:nvPr>
            <p:ph type="body" idx="1"/>
          </p:nvPr>
        </p:nvSpPr>
        <p:spPr>
          <a:xfrm>
            <a:off x="198120" y="1432560"/>
            <a:ext cx="3360300" cy="3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 havaya qalxdı və yerdən 1,5-2 metr yüksəklikdə havada asılı qaldı. 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Maşının içərisində bu prosesə </a:t>
            </a:r>
            <a:r>
              <a:rPr lang="ru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nəzarət edən pilot var idi</a:t>
            </a:r>
            <a:r>
              <a:rPr lang="ru" b="0" i="0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148" name="Google Shape;148;p28" descr="В Японии испытали летающий автомобиль с человеком на борту — Ferra.r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8328" y="1175385"/>
            <a:ext cx="5207064" cy="3632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1343" y="1593410"/>
            <a:ext cx="4356654" cy="327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0"/>
          <p:cNvSpPr txBox="1">
            <a:spLocks noGrp="1"/>
          </p:cNvSpPr>
          <p:nvPr>
            <p:ph type="title"/>
          </p:nvPr>
        </p:nvSpPr>
        <p:spPr>
          <a:xfrm>
            <a:off x="628650" y="192206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ru"/>
              <a:t>Sınaq uçuşu</a:t>
            </a:r>
            <a:endParaRPr/>
          </a:p>
        </p:txBody>
      </p:sp>
      <p:sp>
        <p:nvSpPr>
          <p:cNvPr id="161" name="Google Shape;161;p30"/>
          <p:cNvSpPr txBox="1">
            <a:spLocks noGrp="1"/>
          </p:cNvSpPr>
          <p:nvPr>
            <p:ph type="body" idx="1"/>
          </p:nvPr>
        </p:nvSpPr>
        <p:spPr>
          <a:xfrm>
            <a:off x="363356" y="1505531"/>
            <a:ext cx="3851400" cy="3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2100"/>
              <a:buNone/>
            </a:pPr>
            <a:r>
              <a:rPr lang="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Yaponi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yanın uçan avtomobil istehsalçısı olan SkyDrive istehsal etdiyi SD-03 avtomobilini sükan arxasında insanla sınaqdan keçirdi</a:t>
            </a:r>
            <a:r>
              <a:rPr lang="ru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</Words>
  <Application>Microsoft Office PowerPoint</Application>
  <PresentationFormat>On-screen Show (16:9)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Simple Light</vt:lpstr>
      <vt:lpstr>Тема Office</vt:lpstr>
      <vt:lpstr>Avtomobillə ilk uçuş</vt:lpstr>
      <vt:lpstr>Xəbərlər gözləyirik</vt:lpstr>
      <vt:lpstr>Şirkətin planları</vt:lpstr>
      <vt:lpstr>Sınaqlar necə keçirdi</vt:lpstr>
      <vt:lpstr>Sınaq uçuşu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Xəbərlər gözləyirik</dc:title>
  <dc:creator>admin</dc:creator>
  <cp:lastModifiedBy>User</cp:lastModifiedBy>
  <cp:revision>2</cp:revision>
  <dcterms:modified xsi:type="dcterms:W3CDTF">2021-03-04T06:20:23Z</dcterms:modified>
</cp:coreProperties>
</file>