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8"/>
  </p:notesMasterIdLst>
  <p:sldIdLst>
    <p:sldId id="257" r:id="rId3"/>
    <p:sldId id="258" r:id="rId4"/>
    <p:sldId id="259" r:id="rId5"/>
    <p:sldId id="261" r:id="rId6"/>
    <p:sldId id="256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b0c9a6d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gbb0c9a6d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b0c9a6daf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gbb0c9a6daf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bb0c9a6daf_7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gbb0c9a6daf_7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b0c9a6daf_7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bb0c9a6daf_7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ae98643ff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bae98643ff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ctrTitle"/>
          </p:nvPr>
        </p:nvSpPr>
        <p:spPr>
          <a:xfrm>
            <a:off x="1143000" y="392728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" b="1"/>
              <a:t>Avtomobillə ilk uçuş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1"/>
          </p:nvPr>
        </p:nvSpPr>
        <p:spPr>
          <a:xfrm>
            <a:off x="1224638" y="2767965"/>
            <a:ext cx="6858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ru" sz="3600"/>
              <a:t>Və ya uçan taksi uzaqda deyil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Şirkətin planları</a:t>
            </a:r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471488" y="1026914"/>
            <a:ext cx="7847322" cy="24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SkyDrive ilk aeromobilləri 2023-cü ildə istehsalı etməyi planlaşdırır. </a:t>
            </a:r>
            <a:r>
              <a:rPr lang="ru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“Biz böyük şəhərlərdə — Osaka və ya Tokioda hava taksisi xidmətinin işə salınması imkanını nəzərdən keçiririk.  </a:t>
            </a: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Əvvəlcə uçuşlar dənizin üz</a:t>
            </a:r>
            <a:r>
              <a:rPr lang="ru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ərindən həyata keçiriləcək, çünki insan kütlələri üzərindən uçmaq həddindən artıq risk olardı”</a:t>
            </a: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288608" y="1812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Sınaqlar necə keçirdi</a:t>
            </a:r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body" idx="1"/>
          </p:nvPr>
        </p:nvSpPr>
        <p:spPr>
          <a:xfrm>
            <a:off x="198120" y="1432560"/>
            <a:ext cx="3360300" cy="3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Maşın havaya qalxdı və yerdən 1,5-2 metr yüksəklikdə havada asılı qaldı. 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Maşının içərisində bu prosesə </a:t>
            </a:r>
            <a:r>
              <a:rPr lang="ru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nəzarət edən pilot var idi</a:t>
            </a:r>
            <a:r>
              <a:rPr lang="ru" b="0" i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48" name="Google Shape;148;p28" descr="В Японии испытали летающий автомобиль с человеком на борту — Ferra.ru"/>
          <p:cNvPicPr preferRelativeResize="0"/>
          <p:nvPr/>
        </p:nvPicPr>
        <p:blipFill rotWithShape="1">
          <a:blip r:embed="rId3">
            <a:alphaModFix/>
          </a:blip>
          <a:srcRect l="25645" t="19385" r="24156" b="21454"/>
          <a:stretch/>
        </p:blipFill>
        <p:spPr>
          <a:xfrm>
            <a:off x="3815256" y="924910"/>
            <a:ext cx="4614040" cy="3373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4855" y="1186406"/>
            <a:ext cx="4223142" cy="37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628650" y="19220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Sınaq uçuşu</a:t>
            </a:r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1"/>
          </p:nvPr>
        </p:nvSpPr>
        <p:spPr>
          <a:xfrm>
            <a:off x="363356" y="1505531"/>
            <a:ext cx="3851400" cy="3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Yaponi</a:t>
            </a: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yanın uçan avtomobil istehsalçısı olan SkyDrive istehsal etdiyi SD-03 avtomobilini sükan arxasında insanla sınaqdan keçirdi</a:t>
            </a:r>
            <a:r>
              <a:rPr lang="ru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628650" y="328850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 sz="4800"/>
              <a:t>Xəbərlər gözləyirik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</Words>
  <Application>Microsoft Office PowerPoint</Application>
  <PresentationFormat>On-screen Show (16:9)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Simple Light</vt:lpstr>
      <vt:lpstr>Тема Office</vt:lpstr>
      <vt:lpstr>Avtomobillə ilk uçuş</vt:lpstr>
      <vt:lpstr>Şirkətin planları</vt:lpstr>
      <vt:lpstr>Sınaqlar necə keçirdi</vt:lpstr>
      <vt:lpstr>Sınaq uçuşu</vt:lpstr>
      <vt:lpstr>Xəbərlər gözləyirik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Xəbərlər gözləyirik</dc:title>
  <dc:creator>admin</dc:creator>
  <cp:lastModifiedBy>User</cp:lastModifiedBy>
  <cp:revision>2</cp:revision>
  <dcterms:modified xsi:type="dcterms:W3CDTF">2021-03-02T05:09:31Z</dcterms:modified>
</cp:coreProperties>
</file>