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C6DBC-5C52-4080-BF31-1B51DA785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C9E23B-4FC1-46CB-A276-B9EAF8E315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513292-61DC-418A-A23C-1A7399CB1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BFDA-01BA-4A8C-AE97-D9E7E0300768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D590FB-1106-472F-B8A0-230DA3F50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3349EA-EA52-44AB-811D-0461A863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25C8-41A7-40D2-9979-45B69373D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667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CF3500-1843-4AF9-9CA2-62AD5E998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DCB0CE-0D39-4041-88BC-D3CC0EE47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B348DD-8399-4359-A1A0-AE563FD4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BFDA-01BA-4A8C-AE97-D9E7E0300768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6C31BB-8DD1-42E5-9C4C-F7FFD6468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29FEE0-80B6-4C1D-9F3B-0AD2DB34A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25C8-41A7-40D2-9979-45B69373D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62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31001F-A3FA-415C-A0F9-5169CA866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F082DD-B272-4309-8D24-9D223D757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B31A88-3641-4AB5-A51C-4C86EC74C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BFDA-01BA-4A8C-AE97-D9E7E0300768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AA4BE4-7AC1-4FCF-939F-B59FC97FC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0CCA38-19ED-4072-A579-1E6296172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25C8-41A7-40D2-9979-45B69373D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314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7C0048-C74E-4E91-80C6-B346F9309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64B211-E67D-4863-BAA4-93CC4385F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DC4730E-46CF-4EF3-8006-03E0612A7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EA11E41-7E4B-41FE-8549-2AAAE1439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BFDA-01BA-4A8C-AE97-D9E7E0300768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DB2521-0023-4BC2-9604-0274169A4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67FCC3-2AB6-4D83-8898-4C3647B10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25C8-41A7-40D2-9979-45B69373D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963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CA5B5D-A966-484C-8899-01AFC7940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1D9438-1931-445B-A741-94515224C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6104E7-CD43-4EF9-B8F6-6241D67F2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6189F4C-2695-49D6-8635-63C2553B1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FAA2690-3DFB-451D-A9F7-3CD90D273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3916EED-8C1F-443B-88F3-CD01A8222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BFDA-01BA-4A8C-AE97-D9E7E0300768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F344D68-35BB-4508-8917-EB3C5CEEE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3C65C46-1FDC-4A72-B3EB-B2243C69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25C8-41A7-40D2-9979-45B69373D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1458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5CDB5-F17A-4E02-87C0-F693190EE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3700580-4BB9-447E-8F81-E75B66D95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BFDA-01BA-4A8C-AE97-D9E7E0300768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9E9C2E5-539B-4135-8578-C39B8F963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9927CF5-18AB-4B51-BF72-05CBF4A8D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25C8-41A7-40D2-9979-45B69373D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311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18960B7-0CC8-427B-8A8D-EC15F3D20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BFDA-01BA-4A8C-AE97-D9E7E0300768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A3A8E78-AC94-40CF-83C4-1126B864A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F264A1-E050-423C-BF9A-6ABA811A8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25C8-41A7-40D2-9979-45B69373D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571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6F7287-A1B9-46E2-B1BA-29FBDC65A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A48F8D-1ACC-44FB-973E-428A51EDB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1DF3EAF-0CEF-4513-8BB9-7A9A53970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6CCDEB-3FDE-4E61-8EFC-286541E15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BFDA-01BA-4A8C-AE97-D9E7E0300768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FF58DF-AD6A-41E1-8BDC-7931070D4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ECE6F9-5B06-430D-B003-51A1BADFA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25C8-41A7-40D2-9979-45B69373D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93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60E8B-7229-4927-B0D1-763540A7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856EBA7-5A75-40BD-AF1D-4FE961D9E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514B8D-4AC9-43F3-9BA5-0BA33E794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068901-15F6-4D8A-9204-02E5AC733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BFDA-01BA-4A8C-AE97-D9E7E0300768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280E29-D969-4F17-827C-61B23BA2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4CC59E-3007-47DA-A37D-4E981096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25C8-41A7-40D2-9979-45B69373D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92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5F65B5-C578-4837-9EE9-FD4102535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12AF492-44B3-432A-8A07-5B2AC21CF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E682DD-6766-4931-ABAD-737AEFADC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BFDA-01BA-4A8C-AE97-D9E7E0300768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C53CB5-FCF5-47F4-AB63-B99365D4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35574C-B96D-415F-B5E8-7FD42D90D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25C8-41A7-40D2-9979-45B69373D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3844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CF7DB4F-263A-4F2D-83AD-AA3B972EF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7A1FB3-9D36-41C0-9399-B0C300D49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7DE161-8BD6-4915-A96D-A66917977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BFDA-01BA-4A8C-AE97-D9E7E0300768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0290F7-7A02-44E3-97B7-F376D9BD4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E04C1E-E8FD-43FD-8E17-115A623A1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425C8-41A7-40D2-9979-45B69373D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734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21E8BF-4F42-49D6-9275-F7A117A7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0A999F-2FF6-471B-B5DD-52FEFD0EC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572735-BD02-4584-ABA8-3A500B60CD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CBFDA-01BA-4A8C-AE97-D9E7E0300768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54B51B-883B-469C-A292-3B59B59A9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19FB92-CBC0-40F4-A828-08C72375C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425C8-41A7-40D2-9979-45B69373D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8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A69BC6-1C95-48CD-AE7E-42D23FC8E0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z-Latn-AZ" dirty="0"/>
              <a:t>Ən ləziz yeməklər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0B49319-B254-4ACE-B168-B7E0AA3FE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7200"/>
            <a:ext cx="9144000" cy="990600"/>
          </a:xfrm>
        </p:spPr>
        <p:txBody>
          <a:bodyPr/>
          <a:lstStyle/>
          <a:p>
            <a:r>
              <a:rPr lang="az-Latn-AZ" dirty="0"/>
              <a:t>Texnologiya üzrə məruzə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0677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05B118-9A8D-43AA-ABA7-560573BE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dirty="0"/>
              <a:t>Zövqlər müxtəlifdir</a:t>
            </a:r>
            <a:r>
              <a:rPr lang="ru-RU" dirty="0"/>
              <a:t>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D3B83F-10BB-49DB-8545-C03EC8A02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2125"/>
            <a:ext cx="4686300" cy="4414838"/>
          </a:xfrm>
        </p:spPr>
        <p:txBody>
          <a:bodyPr/>
          <a:lstStyle/>
          <a:p>
            <a:pPr marL="0" indent="0">
              <a:buNone/>
            </a:pPr>
            <a:r>
              <a:rPr lang="az-Latn-AZ" dirty="0"/>
              <a:t>Dünyada çoxlu xalqlar var və hər bir xalq öz yeməklərini ən dadlı yeməklər hesab edir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978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E2199-966F-471C-9A95-08D2C7BAE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b="1" dirty="0"/>
              <a:t>İspaniya</a:t>
            </a:r>
            <a:r>
              <a:rPr lang="ru-RU" b="1" dirty="0"/>
              <a:t>. </a:t>
            </a:r>
            <a:r>
              <a:rPr lang="az-Latn-AZ" b="1" dirty="0"/>
              <a:t>Pinço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70D28C-1F8E-4835-96C1-2EE4AF03B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5475" cy="4351338"/>
          </a:xfrm>
        </p:spPr>
        <p:txBody>
          <a:bodyPr/>
          <a:lstStyle/>
          <a:p>
            <a:pPr marL="0" indent="0">
              <a:buNone/>
            </a:pPr>
            <a:r>
              <a:rPr lang="az-Latn-AZ" b="0" i="0" dirty="0">
                <a:solidFill>
                  <a:srgbClr val="121212"/>
                </a:solidFill>
                <a:effectLst/>
                <a:latin typeface="Open Sans" panose="020B0606030504020204" pitchFamily="34" charset="0"/>
              </a:rPr>
              <a:t>Pinço</a:t>
            </a:r>
            <a:r>
              <a:rPr lang="ru-RU" b="0" i="0" dirty="0">
                <a:solidFill>
                  <a:srgbClr val="121212"/>
                </a:solidFill>
                <a:effectLst/>
                <a:latin typeface="Open Sans" panose="020B0606030504020204" pitchFamily="34" charset="0"/>
              </a:rPr>
              <a:t> —</a:t>
            </a:r>
            <a:r>
              <a:rPr lang="az-Latn-AZ" b="0" i="0" dirty="0">
                <a:solidFill>
                  <a:srgbClr val="121212"/>
                </a:solidFill>
                <a:effectLst/>
                <a:latin typeface="Open Sans" panose="020B0606030504020204" pitchFamily="34" charset="0"/>
              </a:rPr>
              <a:t>kiçik bir sendviç kimidir</a:t>
            </a:r>
            <a:r>
              <a:rPr lang="ru-RU" b="0" i="0" dirty="0">
                <a:solidFill>
                  <a:srgbClr val="121212"/>
                </a:solidFill>
                <a:effectLst/>
                <a:latin typeface="Open Sans" panose="020B0606030504020204" pitchFamily="34" charset="0"/>
              </a:rPr>
              <a:t>. </a:t>
            </a:r>
          </a:p>
          <a:p>
            <a:pPr marL="0" indent="0">
              <a:buNone/>
            </a:pPr>
            <a:r>
              <a:rPr lang="az-Latn-AZ" b="0" i="0" dirty="0">
                <a:solidFill>
                  <a:srgbClr val="121212"/>
                </a:solidFill>
                <a:effectLst/>
                <a:latin typeface="Open Sans" panose="020B0606030504020204" pitchFamily="34" charset="0"/>
              </a:rPr>
              <a:t>Aşpaz çörəyin üzərinə demək olar ki, hər şey qoya bilər</a:t>
            </a:r>
            <a:r>
              <a:rPr lang="ru-RU" b="0" i="0" dirty="0">
                <a:solidFill>
                  <a:srgbClr val="121212"/>
                </a:solidFill>
                <a:effectLst/>
                <a:latin typeface="Open Sans" panose="020B0606030504020204" pitchFamily="34" charset="0"/>
              </a:rPr>
              <a:t>: </a:t>
            </a:r>
            <a:r>
              <a:rPr lang="az-Latn-AZ" b="0" i="0" dirty="0">
                <a:solidFill>
                  <a:srgbClr val="121212"/>
                </a:solidFill>
                <a:effectLst/>
                <a:latin typeface="Open Sans" panose="020B0606030504020204" pitchFamily="34" charset="0"/>
              </a:rPr>
              <a:t>keçi pendiri</a:t>
            </a:r>
            <a:r>
              <a:rPr lang="ru-RU" b="0" i="0" dirty="0">
                <a:solidFill>
                  <a:srgbClr val="121212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az-Latn-AZ" b="0" i="0" dirty="0">
                <a:solidFill>
                  <a:srgbClr val="121212"/>
                </a:solidFill>
                <a:effectLst/>
                <a:latin typeface="Open Sans" panose="020B0606030504020204" pitchFamily="34" charset="0"/>
              </a:rPr>
              <a:t>heyva marmeladı</a:t>
            </a:r>
            <a:r>
              <a:rPr lang="ru-RU" b="0" i="0" dirty="0">
                <a:solidFill>
                  <a:srgbClr val="121212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az-Latn-AZ" b="0" i="0" dirty="0">
                <a:solidFill>
                  <a:srgbClr val="121212"/>
                </a:solidFill>
                <a:effectLst/>
                <a:latin typeface="Open Sans" panose="020B0606030504020204" pitchFamily="34" charset="0"/>
              </a:rPr>
              <a:t>yunan qozu</a:t>
            </a:r>
            <a:r>
              <a:rPr lang="ru-RU" b="0" i="0" dirty="0">
                <a:solidFill>
                  <a:srgbClr val="121212"/>
                </a:solidFill>
                <a:effectLst/>
                <a:latin typeface="Open Sans" panose="020B0606030504020204" pitchFamily="34" charset="0"/>
              </a:rPr>
              <a:t>,</a:t>
            </a:r>
            <a:r>
              <a:rPr lang="az-Latn-AZ" b="0" i="0" dirty="0">
                <a:solidFill>
                  <a:srgbClr val="121212"/>
                </a:solidFill>
                <a:effectLst/>
                <a:latin typeface="Open Sans" panose="020B0606030504020204" pitchFamily="34" charset="0"/>
              </a:rPr>
              <a:t> qızardılmış yaşıl bibər və donuz budu</a:t>
            </a:r>
            <a:r>
              <a:rPr lang="ru-RU" b="0" i="0" dirty="0">
                <a:solidFill>
                  <a:srgbClr val="121212"/>
                </a:solidFill>
                <a:effectLst/>
                <a:latin typeface="Open Sans" panose="020B0606030504020204" pitchFamily="34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2736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393351-B0BF-4345-8458-6653DA80D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b="1" dirty="0"/>
              <a:t>Tayland</a:t>
            </a:r>
            <a:r>
              <a:rPr lang="ru-RU" b="1" dirty="0"/>
              <a:t>. </a:t>
            </a:r>
            <a:r>
              <a:rPr lang="az-Latn-AZ" b="1" dirty="0"/>
              <a:t>Som Tam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94652E-DAE2-4B07-8572-F02CC513B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93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121212"/>
                </a:solidFill>
                <a:latin typeface="Open Sans" panose="020B0606030504020204" pitchFamily="34" charset="0"/>
              </a:rPr>
              <a:t>Dilimlənmiş</a:t>
            </a:r>
            <a:r>
              <a:rPr lang="en-US" dirty="0">
                <a:solidFill>
                  <a:srgbClr val="121212"/>
                </a:solidFill>
                <a:latin typeface="Open Sans" panose="020B0606030504020204" pitchFamily="34" charset="0"/>
              </a:rPr>
              <a:t> </a:t>
            </a:r>
            <a:r>
              <a:rPr lang="en-US" dirty="0" err="1">
                <a:solidFill>
                  <a:srgbClr val="121212"/>
                </a:solidFill>
                <a:latin typeface="Open Sans" panose="020B0606030504020204" pitchFamily="34" charset="0"/>
              </a:rPr>
              <a:t>yaşıl</a:t>
            </a:r>
            <a:r>
              <a:rPr lang="en-US" dirty="0">
                <a:solidFill>
                  <a:srgbClr val="121212"/>
                </a:solidFill>
                <a:latin typeface="Open Sans" panose="020B0606030504020204" pitchFamily="34" charset="0"/>
              </a:rPr>
              <a:t> papaya</a:t>
            </a:r>
            <a:r>
              <a:rPr lang="az-Latn-AZ" dirty="0">
                <a:solidFill>
                  <a:srgbClr val="121212"/>
                </a:solidFill>
                <a:latin typeface="Open Sans" panose="020B0606030504020204" pitchFamily="34" charset="0"/>
              </a:rPr>
              <a:t>dan </a:t>
            </a:r>
            <a:r>
              <a:rPr lang="en-US" dirty="0" err="1">
                <a:solidFill>
                  <a:srgbClr val="121212"/>
                </a:solidFill>
                <a:latin typeface="Open Sans" panose="020B0606030504020204" pitchFamily="34" charset="0"/>
              </a:rPr>
              <a:t>hazırlanan</a:t>
            </a:r>
            <a:r>
              <a:rPr lang="az-Latn-AZ" dirty="0">
                <a:solidFill>
                  <a:srgbClr val="121212"/>
                </a:solidFill>
                <a:latin typeface="Open Sans" panose="020B0606030504020204" pitchFamily="34" charset="0"/>
              </a:rPr>
              <a:t>, </a:t>
            </a:r>
            <a:r>
              <a:rPr lang="en-US" dirty="0" err="1">
                <a:solidFill>
                  <a:srgbClr val="121212"/>
                </a:solidFill>
                <a:latin typeface="Open Sans" panose="020B0606030504020204" pitchFamily="34" charset="0"/>
              </a:rPr>
              <a:t>şirin</a:t>
            </a:r>
            <a:r>
              <a:rPr lang="en-US" dirty="0">
                <a:solidFill>
                  <a:srgbClr val="121212"/>
                </a:solidFill>
                <a:latin typeface="Open Sans" panose="020B0606030504020204" pitchFamily="34" charset="0"/>
              </a:rPr>
              <a:t> </a:t>
            </a:r>
            <a:r>
              <a:rPr lang="en-US" dirty="0" err="1">
                <a:solidFill>
                  <a:srgbClr val="121212"/>
                </a:solidFill>
                <a:latin typeface="Open Sans" panose="020B0606030504020204" pitchFamily="34" charset="0"/>
              </a:rPr>
              <a:t>və</a:t>
            </a:r>
            <a:r>
              <a:rPr lang="en-US" dirty="0">
                <a:solidFill>
                  <a:srgbClr val="121212"/>
                </a:solidFill>
                <a:latin typeface="Open Sans" panose="020B0606030504020204" pitchFamily="34" charset="0"/>
              </a:rPr>
              <a:t> </a:t>
            </a:r>
            <a:r>
              <a:rPr lang="en-US" dirty="0" err="1">
                <a:solidFill>
                  <a:srgbClr val="121212"/>
                </a:solidFill>
                <a:latin typeface="Open Sans" panose="020B0606030504020204" pitchFamily="34" charset="0"/>
              </a:rPr>
              <a:t>turş</a:t>
            </a:r>
            <a:r>
              <a:rPr lang="en-US" dirty="0">
                <a:solidFill>
                  <a:srgbClr val="121212"/>
                </a:solidFill>
                <a:latin typeface="Open Sans" panose="020B0606030504020204" pitchFamily="34" charset="0"/>
              </a:rPr>
              <a:t> sous</a:t>
            </a:r>
            <a:r>
              <a:rPr lang="az-Latn-AZ" dirty="0">
                <a:solidFill>
                  <a:srgbClr val="121212"/>
                </a:solidFill>
                <a:latin typeface="Open Sans" panose="020B0606030504020204" pitchFamily="34" charset="0"/>
              </a:rPr>
              <a:t>lu ədviyyatlı</a:t>
            </a:r>
            <a:r>
              <a:rPr lang="en-US" dirty="0">
                <a:solidFill>
                  <a:srgbClr val="121212"/>
                </a:solidFill>
                <a:latin typeface="Open Sans" panose="020B0606030504020204" pitchFamily="34" charset="0"/>
              </a:rPr>
              <a:t> salat.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7808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6215EB-8E77-479F-845E-E31018993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b="1" dirty="0"/>
              <a:t>İsveçrə</a:t>
            </a:r>
            <a:r>
              <a:rPr lang="ru-RU" b="1" dirty="0"/>
              <a:t>. </a:t>
            </a:r>
            <a:r>
              <a:rPr lang="az-Latn-AZ" b="1" dirty="0"/>
              <a:t>Fondü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56CA51-88B2-42D1-AE75-44C94871C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35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Qızdırılmış</a:t>
            </a:r>
            <a:r>
              <a:rPr lang="en-US" dirty="0"/>
              <a:t> </a:t>
            </a:r>
            <a:r>
              <a:rPr lang="en-US" dirty="0" err="1"/>
              <a:t>pendir</a:t>
            </a:r>
            <a:r>
              <a:rPr lang="en-US" dirty="0"/>
              <a:t> </a:t>
            </a:r>
            <a:r>
              <a:rPr lang="az-Latn-AZ" dirty="0"/>
              <a:t>yeməyi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1954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A088-9357-4A18-A0B2-45E05B881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317875"/>
            <a:ext cx="10515600" cy="1325563"/>
          </a:xfrm>
        </p:spPr>
        <p:txBody>
          <a:bodyPr/>
          <a:lstStyle/>
          <a:p>
            <a:pPr algn="ctr"/>
            <a:r>
              <a:rPr lang="az-Latn-AZ" dirty="0"/>
              <a:t>Nuş olsun</a:t>
            </a:r>
            <a:r>
              <a:rPr lang="ru-RU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6180453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91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Open Sans</vt:lpstr>
      <vt:lpstr>Тема Office</vt:lpstr>
      <vt:lpstr>Ən ləziz yeməklər</vt:lpstr>
      <vt:lpstr>Zövqlər müxtəlifdir!</vt:lpstr>
      <vt:lpstr>İspaniya. Pinço</vt:lpstr>
      <vt:lpstr>Tayland. Som Tam</vt:lpstr>
      <vt:lpstr>İsveçrə. Fondü</vt:lpstr>
      <vt:lpstr>Nuş olsun!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Самые вкусные блюда</dc:title>
  <dc:creator>Любовь Зубарева</dc:creator>
  <cp:lastModifiedBy>User</cp:lastModifiedBy>
  <cp:revision>5</cp:revision>
  <dcterms:created xsi:type="dcterms:W3CDTF">2020-12-02T12:13:01Z</dcterms:created>
  <dcterms:modified xsi:type="dcterms:W3CDTF">2021-02-23T06:20:18Z</dcterms:modified>
</cp:coreProperties>
</file>