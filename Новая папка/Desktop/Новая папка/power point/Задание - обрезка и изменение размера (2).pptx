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8D81E2-2030-4A39-B204-1C67A6DB2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142DFAB-7892-4031-A5DC-769C4BD7E9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3AA295-615B-460F-912F-58E3DA48E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FB01F-2CB7-4158-B299-F4227E829A6D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3D22FD-10B4-45BC-B3B2-276AF9BEC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DB76C2-9EC4-4226-913A-C5C7C97D5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04D2E-3657-4609-8115-09824C32B2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3937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B35666-A1D6-4EA4-9907-6A7D4133C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F9D937-205A-4D32-869A-24D367B88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834C71-EAFB-4A4B-AAF3-9A0895DB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FB01F-2CB7-4158-B299-F4227E829A6D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9EB823-EE21-4971-BF2A-9E643F180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800FF1-5DAF-4653-83F5-63D0EC18F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04D2E-3657-4609-8115-09824C32B2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1259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D77CED-93CB-4164-B73D-7291C3D91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7E7AEE-1C17-4C67-9D83-CDD49D625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F8FABD-3291-42AA-A02C-A333A40C6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FB01F-2CB7-4158-B299-F4227E829A6D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2D38D0-E6E0-4BAC-931A-0A6BF89AC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303676-B637-4802-9CB8-53131B012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04D2E-3657-4609-8115-09824C32B2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3418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AC1028-743B-4564-9BF9-D4433F59F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592BC1-AE2E-44DA-857B-29BF608AC2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997D3E-0AB0-40D2-8BD4-B02903572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9256465-2DF7-494E-AAA5-7531D9BED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FB01F-2CB7-4158-B299-F4227E829A6D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4DE943-4029-4297-B407-05063DC8C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25A1D4E-A45C-436F-8887-30D7E61BD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04D2E-3657-4609-8115-09824C32B2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6799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625AD-E333-4115-A75F-9B99115B1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C64DD8-7880-4CE8-A903-E23DBB1B0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F0593E2-3ECC-4B29-84BF-A65712BC9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BB0A42D-F787-44A6-AE26-F77300D4B9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737547B-7DC4-4113-89AD-F4220129F1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496A3F9-66C3-4247-BEE5-A094E2F37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FB01F-2CB7-4158-B299-F4227E829A6D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01229B3-1D7C-4C74-934F-E2C345386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510C248-238B-4755-817B-A785CE02D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04D2E-3657-4609-8115-09824C32B2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9937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CD7360-E2E1-4866-B153-D3EF8CD78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2AEB2F8-76CD-4AC2-B972-846DE0E63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FB01F-2CB7-4158-B299-F4227E829A6D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77A5D40-AEA2-476A-9B3D-ED64FB976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924E8EC-4B20-46B4-A747-4693D94C3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04D2E-3657-4609-8115-09824C32B2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893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D5CFCCC-0393-49D0-86A7-6915EF6DA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FB01F-2CB7-4158-B299-F4227E829A6D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AEB0E83-DEF9-47A7-8CB5-996B3F39C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158F04C-5943-46A7-9C7A-4D0D928F4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04D2E-3657-4609-8115-09824C32B2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2222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3886F5-9F07-4A78-8286-D9BD3DBD2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CB0D88-9221-4E85-BE86-98EEE256D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F29105-A397-4948-9993-385D9E6D3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ACFFA4-AD76-4107-9F64-1B78AFC82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FB01F-2CB7-4158-B299-F4227E829A6D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E70A7C-94B6-44EA-A6DC-98C6A23EB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C116C4C-25C8-4F95-9E6D-F8E3A7AC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04D2E-3657-4609-8115-09824C32B2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96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9A80A7-7926-4EC2-BE30-77BE1240A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61C9851-CA8C-4DD5-A773-1B84A1F99F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2336DD8-23F2-469E-BF30-CF02D8950A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E2A712-77F4-445F-B957-C67A6B5E9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FB01F-2CB7-4158-B299-F4227E829A6D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7035AF-268F-4536-866D-E290285C6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6DD555-A0CC-4D42-988A-87D7779E7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04D2E-3657-4609-8115-09824C32B2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3644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A4ACAB-D7E2-4DE6-9778-6A1ACEE41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B02762-D5B8-4B75-B5A1-C679E6F38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3BA293-D6F8-4653-984B-8B26E9375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FB01F-2CB7-4158-B299-F4227E829A6D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F72D8E-BA3A-4BAC-B4A3-E6DCE8336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832DF1-27BA-4132-AD82-B176AAAA5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04D2E-3657-4609-8115-09824C32B2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757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9960377-3140-44C7-9410-A65B73B1D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F4575AF-E0C4-4B20-BB2A-43AE8D570F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AB9CA4-1729-4BE0-90D2-DA56D1AA6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FB01F-2CB7-4158-B299-F4227E829A6D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349474-15EC-40CF-92F8-E7EE5C987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D24A1E-F7A8-4FFC-BE8E-35B332FD8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04D2E-3657-4609-8115-09824C32B2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0793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127F0B-BB0E-42B4-8C61-B6C63199B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C4C9D7-9BFA-43D2-8E59-42D953ADD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7BB484-917E-484C-9B1F-AE7AA476BD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FB01F-2CB7-4158-B299-F4227E829A6D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5A9D45-A62E-499D-9ECF-B62DA0A8EC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B3967D-B017-4E67-8D06-FF7B9B5CB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04D2E-3657-4609-8115-09824C32B2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036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игрушка, кукла, стол, цветной&#10;&#10;Автоматически созданное описание">
            <a:extLst>
              <a:ext uri="{FF2B5EF4-FFF2-40B4-BE49-F238E27FC236}">
                <a16:creationId xmlns:a16="http://schemas.microsoft.com/office/drawing/2014/main" id="{BAD7F3F6-4C94-4BCB-A0E8-0EBAF2F7F9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79" t="46673" r="42678" b="-1736"/>
          <a:stretch/>
        </p:blipFill>
        <p:spPr>
          <a:xfrm>
            <a:off x="4336869" y="3200401"/>
            <a:ext cx="2638698" cy="248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590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Любовь Зубарева</dc:creator>
  <cp:lastModifiedBy>User</cp:lastModifiedBy>
  <cp:revision>2</cp:revision>
  <dcterms:created xsi:type="dcterms:W3CDTF">2020-11-05T09:32:57Z</dcterms:created>
  <dcterms:modified xsi:type="dcterms:W3CDTF">2021-02-23T05:33:21Z</dcterms:modified>
</cp:coreProperties>
</file>