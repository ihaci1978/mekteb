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8EE26-70DF-49CC-B360-168E3BECA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FF2D99-0408-4108-B972-13D92A9E9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A8F5FE-EAAB-42BA-9962-152A7806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15C274-B74D-4E53-B3D4-4624BC7E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4698B-EAD7-4A38-9B77-D0FCD14E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86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4A7DB-6268-4BA9-8E2C-CA2A23AE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32A88-3191-4273-BD50-9AC8B2281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6429A-4C31-480A-B081-1B642580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E45028-C31E-4394-A69F-EB083ED9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7148BE-3BCA-4815-91F8-8B944A9F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25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123E2-D9B3-4D9B-8CBD-ADCCBC05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C8C475-8A2D-42A4-9BD4-272D49E31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26963-D887-490E-8E98-75577B6A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CEA63E-D752-45C6-990B-AF10BC51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037019-33EA-43BA-98E5-EA596D5E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B5C5E-26D3-456E-97C0-77539414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1BF22-EE56-4F7F-BBB7-DD2268C30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58495-16E5-44BC-B39F-687A9C9CC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0175F6-0F83-4327-8191-B93C755C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E0C1D3-F1B6-4DDC-8106-D23FFC3D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6FD103-46D2-4EDB-9A17-1179F084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24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D55D-3C11-4C52-9D29-1ED7DCEB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DA9C69-7CD1-471F-912D-47CB7C4B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8709BA-2467-4166-A892-785002872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431B18-ACAB-4EA3-8643-9651433B2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EE1B56-4D85-4C9B-BDF8-A299A3145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BA008C-880B-41E5-8B9A-27BC5D03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BD5816-DDDB-4409-99BD-36C66AE0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1C79F3-63BD-4125-A95E-D6EAB005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2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365C6-7713-4660-ADE3-FAC505A4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0163121-D3C2-42FD-BB82-BD6A8A74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839B7D-6E76-4995-90DA-83886B69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4989AA-0C74-402A-9450-8D146933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71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722E03E-08E9-4727-B156-D5021D75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5C4705-B265-42AB-BD94-DFC0A8B2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F58C0F-043D-4DCE-B73E-6E5C1C27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90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77C23-1566-420A-A392-FCA9EC80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84D6C-3AF9-4F0F-9434-5B2A3571E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CEB3A2-14EC-480F-85D8-BABA1A2E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0DCDE6-8D8A-42AA-A4BB-A37CF36D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BF378B-5240-4B2C-8590-B9C40331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6139A4-1A24-475A-BF1B-120E12B1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2F824-FA98-431E-B187-6A1F81BF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4C6D4DB-6AEA-4EC0-822D-C5DF13066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6B678A-5A99-4A3C-BF65-8F9B36CD4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0B1D92-7970-4B15-BFA3-66DDF0AD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FA80BB-6B96-4842-8153-5F63C256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D84758-6B6C-47DF-85E6-DD5F50E9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6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088C0-9B92-462B-8A95-1D2F4C6C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58D2CC-C43F-42A6-AC6B-FFA458B62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79CEA5-72FC-4C45-B44E-DBB47456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D59073-A628-405A-850C-29E10B1F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15CBA6-16BA-4E0F-9104-6261DC9A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35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13B6E4-1B10-4107-923E-2DDBA130F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F2924C-F6BA-4C35-ABEC-D9231E14F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300470-7138-4598-90C0-402EA624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FFC16F-16EC-43E9-9974-EFE1FAC9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83DD89-32B8-47E8-BCBE-DBFB0D05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00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C4B7F-80B4-4FDB-853F-D3968D3F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9E88E3-9C2E-40E2-8204-C53F030E8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C1B719-00EB-4DDD-A1DD-52BB058D6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436A4-CC98-4B90-ADE9-2671F563445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44756-53C5-4A48-93D7-BD36DBA9A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0F70CE-322B-40CB-AE6B-07F0DEA56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81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BB7436E7-05A7-430D-97AA-0923C8530F1C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GrpSpPr/>
          <p:nvPr/>
        </p:nvGrpSpPr>
        <p:grpSpPr>
          <a:xfrm>
            <a:off x="6193340" y="681354"/>
            <a:ext cx="5598041" cy="5323840"/>
            <a:chOff x="5306695" y="675769"/>
            <a:chExt cx="5598041" cy="532384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727F1BD-3A81-4380-AD00-04C1687C9662}"/>
                </a:ext>
              </a:extLst>
            </p:cNvPr>
            <p:cNvSpPr/>
            <p:nvPr/>
          </p:nvSpPr>
          <p:spPr>
            <a:xfrm>
              <a:off x="5306695" y="675769"/>
              <a:ext cx="5598041" cy="53238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Равнобедренный треугольник 4">
              <a:extLst>
                <a:ext uri="{FF2B5EF4-FFF2-40B4-BE49-F238E27FC236}">
                  <a16:creationId xmlns:a16="http://schemas.microsoft.com/office/drawing/2014/main" id="{A21F1D71-6C8C-4DAC-A13E-E99FF7F6A2A0}"/>
                </a:ext>
              </a:extLst>
            </p:cNvPr>
            <p:cNvSpPr/>
            <p:nvPr/>
          </p:nvSpPr>
          <p:spPr>
            <a:xfrm>
              <a:off x="5786586" y="1076325"/>
              <a:ext cx="1556004" cy="142875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456974-9A93-4DC2-8014-4D3E14003DC5}"/>
                </a:ext>
              </a:extLst>
            </p:cNvPr>
            <p:cNvSpPr/>
            <p:nvPr/>
          </p:nvSpPr>
          <p:spPr>
            <a:xfrm rot="1989481">
              <a:off x="7809563" y="2547114"/>
              <a:ext cx="923925" cy="15811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Стрелка: вниз 8">
              <a:extLst>
                <a:ext uri="{FF2B5EF4-FFF2-40B4-BE49-F238E27FC236}">
                  <a16:creationId xmlns:a16="http://schemas.microsoft.com/office/drawing/2014/main" id="{9C0FFE1C-B934-436C-84A7-103AE1F9F402}"/>
                </a:ext>
              </a:extLst>
            </p:cNvPr>
            <p:cNvSpPr/>
            <p:nvPr/>
          </p:nvSpPr>
          <p:spPr>
            <a:xfrm rot="3319541">
              <a:off x="9313167" y="917201"/>
              <a:ext cx="1257300" cy="1200150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Звезда: 5 точек 10">
              <a:extLst>
                <a:ext uri="{FF2B5EF4-FFF2-40B4-BE49-F238E27FC236}">
                  <a16:creationId xmlns:a16="http://schemas.microsoft.com/office/drawing/2014/main" id="{B7E83170-1B3F-427A-AB54-5066FBF47504}"/>
                </a:ext>
              </a:extLst>
            </p:cNvPr>
            <p:cNvSpPr/>
            <p:nvPr/>
          </p:nvSpPr>
          <p:spPr>
            <a:xfrm>
              <a:off x="5898885" y="4503043"/>
              <a:ext cx="1331405" cy="1276350"/>
            </a:xfrm>
            <a:prstGeom prst="star5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39E9D729-C2DD-4CE8-ADAF-DF139A3CBCA3}"/>
              </a:ext>
            </a:extLst>
          </p:cNvPr>
          <p:cNvSpPr/>
          <p:nvPr/>
        </p:nvSpPr>
        <p:spPr>
          <a:xfrm>
            <a:off x="6750051" y="1117779"/>
            <a:ext cx="1462193" cy="13514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43748D-DDB7-4B0B-A440-065B66733796}"/>
              </a:ext>
            </a:extLst>
          </p:cNvPr>
          <p:cNvSpPr/>
          <p:nvPr/>
        </p:nvSpPr>
        <p:spPr>
          <a:xfrm rot="1989481">
            <a:off x="8570359" y="2517892"/>
            <a:ext cx="1128236" cy="1645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3333619B-AF02-4F8D-882A-6B3F2BAE428A}"/>
              </a:ext>
            </a:extLst>
          </p:cNvPr>
          <p:cNvSpPr/>
          <p:nvPr/>
        </p:nvSpPr>
        <p:spPr>
          <a:xfrm rot="3319541">
            <a:off x="10211507" y="906240"/>
            <a:ext cx="1218354" cy="12001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везда: 5 точек 11">
            <a:extLst>
              <a:ext uri="{FF2B5EF4-FFF2-40B4-BE49-F238E27FC236}">
                <a16:creationId xmlns:a16="http://schemas.microsoft.com/office/drawing/2014/main" id="{97E5FF67-4380-468F-9FDA-1B3A4D7F6578}"/>
              </a:ext>
            </a:extLst>
          </p:cNvPr>
          <p:cNvSpPr/>
          <p:nvPr/>
        </p:nvSpPr>
        <p:spPr>
          <a:xfrm>
            <a:off x="6919413" y="4578349"/>
            <a:ext cx="1063637" cy="113690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394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 Зубарева</dc:creator>
  <cp:lastModifiedBy>User</cp:lastModifiedBy>
  <cp:revision>2</cp:revision>
  <dcterms:created xsi:type="dcterms:W3CDTF">2020-12-02T15:30:36Z</dcterms:created>
  <dcterms:modified xsi:type="dcterms:W3CDTF">2021-03-02T05:20:21Z</dcterms:modified>
</cp:coreProperties>
</file>