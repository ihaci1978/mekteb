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ru-RU" sz="7200"/>
              <a:t>Mənim şəhərim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800"/>
              <a:t>4-cü sinif şagirdinin hekayəsi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Mənim doğma şəhərim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4944151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Mənim doğma şəhərim ən böyük şəhər deyil, burada cəmi 5000 insan yaşayır, lakin çox gözəldir!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Горо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4709" y="1189611"/>
            <a:ext cx="4475531" cy="4475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 rot="10800000">
            <a:off x="5910443" y="6117999"/>
            <a:ext cx="5449824" cy="740001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7" name="Google Shape;107;p15"/>
          <p:cNvCxnSpPr/>
          <p:nvPr/>
        </p:nvCxnSpPr>
        <p:spPr>
          <a:xfrm rot="10800000">
            <a:off x="11365990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08" name="Google Shape;108;p15"/>
          <p:cNvCxnSpPr/>
          <p:nvPr/>
        </p:nvCxnSpPr>
        <p:spPr>
          <a:xfrm>
            <a:off x="0" y="6118001"/>
            <a:ext cx="12192000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09" name="Google Shape;109;p15" descr="Пейзаж с маяко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698500"/>
            <a:ext cx="54356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22900" y="540167"/>
            <a:ext cx="4633192" cy="213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ru-RU" sz="3400"/>
              <a:t>Şəhərimizin görkəmli yeri</a:t>
            </a:r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419100" y="2870200"/>
            <a:ext cx="4622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Böyük şəhər mayakı – şəhərdəki ən qədim binadır.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Onu burunda təqribən 500 il əvvəl quraşdırıblar!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0" y="843625"/>
            <a:ext cx="12188825" cy="0"/>
          </a:xfrm>
          <a:prstGeom prst="straightConnector1">
            <a:avLst/>
          </a:prstGeom>
          <a:noFill/>
          <a:ln w="508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17"/>
          <p:cNvSpPr/>
          <p:nvPr/>
        </p:nvSpPr>
        <p:spPr>
          <a:xfrm>
            <a:off x="3176" y="968282"/>
            <a:ext cx="12188825" cy="49469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ru-RU" sz="6600"/>
              <a:t>Şəhərimizə təşrif buyurun</a:t>
            </a:r>
            <a:r>
              <a:rPr lang="ru-RU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795338" y="4092320"/>
            <a:ext cx="10601325" cy="114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Sizi maraqlı hekayələr və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/>
              <a:t>qeyri-adi kəşflər gözləyir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33" name="Google Shape;133;p17"/>
          <p:cNvCxnSpPr/>
          <p:nvPr/>
        </p:nvCxnSpPr>
        <p:spPr>
          <a:xfrm>
            <a:off x="4724400" y="3894594"/>
            <a:ext cx="27432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4" name="Google Shape;134;p17"/>
          <p:cNvCxnSpPr/>
          <p:nvPr/>
        </p:nvCxnSpPr>
        <p:spPr>
          <a:xfrm>
            <a:off x="0" y="6028863"/>
            <a:ext cx="12188825" cy="0"/>
          </a:xfrm>
          <a:prstGeom prst="straightConnector1">
            <a:avLst/>
          </a:prstGeom>
          <a:noFill/>
          <a:ln w="508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 Neue</vt:lpstr>
      <vt:lpstr>Тема Office</vt:lpstr>
      <vt:lpstr>Mənim şəhərim</vt:lpstr>
      <vt:lpstr>Mənim doğma şəhərim</vt:lpstr>
      <vt:lpstr>Şəhərimizin görkəmli yeri</vt:lpstr>
      <vt:lpstr>Şəhərimizə təşrif buyurun!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Mənim şəhərim</dc:title>
  <dc:creator>admin</dc:creator>
  <cp:lastModifiedBy>User</cp:lastModifiedBy>
  <cp:revision>1</cp:revision>
  <dcterms:modified xsi:type="dcterms:W3CDTF">2021-02-18T06:01:26Z</dcterms:modified>
</cp:coreProperties>
</file>