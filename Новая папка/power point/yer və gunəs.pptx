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4C8D6-9545-41B1-A32F-00916A2B8DF9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EB556-6920-4441-96BD-68A0B4DC2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475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4C8D6-9545-41B1-A32F-00916A2B8DF9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EB556-6920-4441-96BD-68A0B4DC2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447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4C8D6-9545-41B1-A32F-00916A2B8DF9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EB556-6920-4441-96BD-68A0B4DC2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346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4C8D6-9545-41B1-A32F-00916A2B8DF9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EB556-6920-4441-96BD-68A0B4DC2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481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4C8D6-9545-41B1-A32F-00916A2B8DF9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EB556-6920-4441-96BD-68A0B4DC2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395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4C8D6-9545-41B1-A32F-00916A2B8DF9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EB556-6920-4441-96BD-68A0B4DC2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59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4C8D6-9545-41B1-A32F-00916A2B8DF9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EB556-6920-4441-96BD-68A0B4DC2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985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4C8D6-9545-41B1-A32F-00916A2B8DF9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EB556-6920-4441-96BD-68A0B4DC2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886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4C8D6-9545-41B1-A32F-00916A2B8DF9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EB556-6920-4441-96BD-68A0B4DC2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944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4C8D6-9545-41B1-A32F-00916A2B8DF9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EB556-6920-4441-96BD-68A0B4DC2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23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4C8D6-9545-41B1-A32F-00916A2B8DF9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EB556-6920-4441-96BD-68A0B4DC2668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543640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4C8D6-9545-41B1-A32F-00916A2B8DF9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EB556-6920-4441-96BD-68A0B4DC2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5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4C8D6-9545-41B1-A32F-00916A2B8DF9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EB556-6920-4441-96BD-68A0B4DC2668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224790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4C8D6-9545-41B1-A32F-00916A2B8DF9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EB556-6920-4441-96BD-68A0B4DC2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3650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4C8D6-9545-41B1-A32F-00916A2B8DF9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EB556-6920-4441-96BD-68A0B4DC2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1662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4C8D6-9545-41B1-A32F-00916A2B8DF9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EB556-6920-4441-96BD-68A0B4DC2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10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54C8D6-9545-41B1-A32F-00916A2B8DF9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0CEB556-6920-4441-96BD-68A0B4DC2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323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az.wikipedia.org/wiki/G%C3%BCn%C9%99%C5%9F_sistemi#cite_note-3" TargetMode="External"/><Relationship Id="rId13" Type="http://schemas.openxmlformats.org/officeDocument/2006/relationships/hyperlink" Target="https://az.wikipedia.org/wiki/Daxili_planetl%C9%99r" TargetMode="External"/><Relationship Id="rId18" Type="http://schemas.openxmlformats.org/officeDocument/2006/relationships/hyperlink" Target="https://az.wikipedia.org/wiki/Yer" TargetMode="External"/><Relationship Id="rId26" Type="http://schemas.openxmlformats.org/officeDocument/2006/relationships/hyperlink" Target="https://az.wikipedia.org/wiki/Asteroid_qur%C5%9Fa%C4%9F%C4%B1" TargetMode="External"/><Relationship Id="rId3" Type="http://schemas.openxmlformats.org/officeDocument/2006/relationships/hyperlink" Target="https://az.wikipedia.org/wiki/Planet" TargetMode="External"/><Relationship Id="rId21" Type="http://schemas.openxmlformats.org/officeDocument/2006/relationships/hyperlink" Target="https://az.wikipedia.org/wiki/Saturn_(planet)" TargetMode="External"/><Relationship Id="rId7" Type="http://schemas.openxmlformats.org/officeDocument/2006/relationships/hyperlink" Target="https://az.wikipedia.org/wiki/G%C3%BCn%C9%99%C5%9F_sistemi#cite_note-2" TargetMode="External"/><Relationship Id="rId12" Type="http://schemas.openxmlformats.org/officeDocument/2006/relationships/hyperlink" Target="https://az.wikipedia.org/wiki/Meteor" TargetMode="External"/><Relationship Id="rId17" Type="http://schemas.openxmlformats.org/officeDocument/2006/relationships/hyperlink" Target="https://az.wikipedia.org/wiki/Venera_(planet)" TargetMode="External"/><Relationship Id="rId25" Type="http://schemas.openxmlformats.org/officeDocument/2006/relationships/hyperlink" Target="https://az.wikipedia.org/wiki/Roma_mifologiyas%C4%B1" TargetMode="External"/><Relationship Id="rId2" Type="http://schemas.openxmlformats.org/officeDocument/2006/relationships/hyperlink" Target="https://az.wikipedia.org/wiki/G%C3%BCn%C9%99%C5%9F" TargetMode="External"/><Relationship Id="rId16" Type="http://schemas.openxmlformats.org/officeDocument/2006/relationships/hyperlink" Target="https://az.wikipedia.org/wiki/Merkuri_(planet)" TargetMode="External"/><Relationship Id="rId20" Type="http://schemas.openxmlformats.org/officeDocument/2006/relationships/hyperlink" Target="https://az.wikipedia.org/wiki/Yupiter_(planet)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az.wikipedia.org/wiki/C%C4%B1rtdan_planet" TargetMode="External"/><Relationship Id="rId11" Type="http://schemas.openxmlformats.org/officeDocument/2006/relationships/hyperlink" Target="https://az.wikipedia.org/wiki/Kometl%C9%99r" TargetMode="External"/><Relationship Id="rId24" Type="http://schemas.openxmlformats.org/officeDocument/2006/relationships/hyperlink" Target="https://az.wikipedia.org/wiki/Yunan_mifologiyas%C4%B1" TargetMode="External"/><Relationship Id="rId5" Type="http://schemas.openxmlformats.org/officeDocument/2006/relationships/hyperlink" Target="https://az.wikipedia.org/wiki/G%C3%BCn%C9%99%C5%9F_sistemi#cite_note-1" TargetMode="External"/><Relationship Id="rId15" Type="http://schemas.openxmlformats.org/officeDocument/2006/relationships/hyperlink" Target="https://az.wikipedia.org/wiki/Oort_buludu" TargetMode="External"/><Relationship Id="rId23" Type="http://schemas.openxmlformats.org/officeDocument/2006/relationships/hyperlink" Target="https://az.wikipedia.org/wiki/Neptun_(planet)" TargetMode="External"/><Relationship Id="rId10" Type="http://schemas.openxmlformats.org/officeDocument/2006/relationships/hyperlink" Target="https://az.wikipedia.org/wiki/Koyper_qur%C5%9Fa%C4%9F%C4%B1" TargetMode="External"/><Relationship Id="rId19" Type="http://schemas.openxmlformats.org/officeDocument/2006/relationships/hyperlink" Target="https://az.wikipedia.org/wiki/Mars" TargetMode="External"/><Relationship Id="rId4" Type="http://schemas.openxmlformats.org/officeDocument/2006/relationships/hyperlink" Target="https://az.wikipedia.org/wiki/Peyk" TargetMode="External"/><Relationship Id="rId9" Type="http://schemas.openxmlformats.org/officeDocument/2006/relationships/hyperlink" Target="https://az.wikipedia.org/wiki/Asteroid" TargetMode="External"/><Relationship Id="rId14" Type="http://schemas.openxmlformats.org/officeDocument/2006/relationships/hyperlink" Target="https://az.wikipedia.org/wiki/N%C9%99h%C9%99ng_planetl%C9%99r" TargetMode="External"/><Relationship Id="rId22" Type="http://schemas.openxmlformats.org/officeDocument/2006/relationships/hyperlink" Target="https://az.wikipedia.org/wiki/Uran_(planet)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az-Latn-AZ" dirty="0" smtClean="0"/>
              <a:t>Yer planeti </a:t>
            </a:r>
            <a:br>
              <a:rPr lang="az-Latn-AZ" dirty="0" smtClean="0"/>
            </a:br>
            <a:r>
              <a:rPr lang="az-Latn-AZ" dirty="0" smtClean="0"/>
              <a:t>və Günəş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980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0" y="2322513"/>
            <a:ext cx="8596313" cy="355758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0692" y="380884"/>
            <a:ext cx="5737946" cy="5499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678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Günəş planet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509164" cy="396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9981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5018" y="221672"/>
            <a:ext cx="847898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202122"/>
                </a:solidFill>
                <a:latin typeface="Arial" panose="020B0604020202020204" pitchFamily="34" charset="0"/>
              </a:rPr>
              <a:t>Günəş</a:t>
            </a:r>
            <a:r>
              <a:rPr lang="en-US" b="1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202122"/>
                </a:solidFill>
                <a:latin typeface="Arial" panose="020B0604020202020204" pitchFamily="34" charset="0"/>
              </a:rPr>
              <a:t>sistemi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 — </a:t>
            </a:r>
            <a:r>
              <a:rPr lang="en-US" dirty="0" err="1">
                <a:solidFill>
                  <a:srgbClr val="0645AD"/>
                </a:solidFill>
                <a:latin typeface="Arial" panose="020B0604020202020204" pitchFamily="34" charset="0"/>
                <a:hlinkClick r:id="rId2" tooltip="Günəş"/>
              </a:rPr>
              <a:t>Günəş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 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və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onun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cazibə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qüvvəsinin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təsirində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olan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səkkiz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 </a:t>
            </a:r>
            <a:r>
              <a:rPr lang="en-US" dirty="0" err="1">
                <a:solidFill>
                  <a:srgbClr val="0645AD"/>
                </a:solidFill>
                <a:latin typeface="Arial" panose="020B0604020202020204" pitchFamily="34" charset="0"/>
                <a:hlinkClick r:id="rId3" tooltip="Planet"/>
              </a:rPr>
              <a:t>planetlə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 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onların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məlum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166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təbii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 </a:t>
            </a:r>
            <a:r>
              <a:rPr lang="en-US" dirty="0" err="1">
                <a:solidFill>
                  <a:srgbClr val="0645AD"/>
                </a:solidFill>
                <a:latin typeface="Arial" panose="020B0604020202020204" pitchFamily="34" charset="0"/>
                <a:hlinkClick r:id="rId4" tooltip="Peyk"/>
              </a:rPr>
              <a:t>peyki</a:t>
            </a:r>
            <a:r>
              <a:rPr lang="en-US" baseline="30000" dirty="0">
                <a:solidFill>
                  <a:srgbClr val="0645AD"/>
                </a:solidFill>
                <a:latin typeface="Arial" panose="020B0604020202020204" pitchFamily="34" charset="0"/>
                <a:hlinkClick r:id="rId5"/>
              </a:rPr>
              <a:t>[1]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,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beş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 </a:t>
            </a:r>
            <a:r>
              <a:rPr lang="en-US" dirty="0" err="1">
                <a:solidFill>
                  <a:srgbClr val="0645AD"/>
                </a:solidFill>
                <a:latin typeface="Arial" panose="020B0604020202020204" pitchFamily="34" charset="0"/>
                <a:hlinkClick r:id="rId6" tooltip="Cırtdan planet"/>
              </a:rPr>
              <a:t>cırtdan</a:t>
            </a:r>
            <a:r>
              <a:rPr lang="en-US" dirty="0">
                <a:solidFill>
                  <a:srgbClr val="0645AD"/>
                </a:solidFill>
                <a:latin typeface="Arial" panose="020B0604020202020204" pitchFamily="34" charset="0"/>
                <a:hlinkClick r:id="rId6" tooltip="Cırtdan planet"/>
              </a:rPr>
              <a:t> </a:t>
            </a:r>
            <a:r>
              <a:rPr lang="en-US" dirty="0" err="1">
                <a:solidFill>
                  <a:srgbClr val="0645AD"/>
                </a:solidFill>
                <a:latin typeface="Arial" panose="020B0604020202020204" pitchFamily="34" charset="0"/>
                <a:hlinkClick r:id="rId6" tooltip="Cırtdan planet"/>
              </a:rPr>
              <a:t>planetlə</a:t>
            </a:r>
            <a:r>
              <a:rPr lang="en-US" baseline="30000" dirty="0">
                <a:solidFill>
                  <a:srgbClr val="0645AD"/>
                </a:solidFill>
                <a:latin typeface="Arial" panose="020B0604020202020204" pitchFamily="34" charset="0"/>
                <a:hlinkClick r:id="rId7"/>
              </a:rPr>
              <a:t>[2]</a:t>
            </a:r>
            <a:r>
              <a:rPr lang="en-US" baseline="30000" dirty="0">
                <a:solidFill>
                  <a:srgbClr val="0645AD"/>
                </a:solidFill>
                <a:latin typeface="Arial" panose="020B0604020202020204" pitchFamily="34" charset="0"/>
                <a:hlinkClick r:id="rId8"/>
              </a:rPr>
              <a:t>[q 1]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 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onların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məlum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altı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təbii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peyki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və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milyardlarla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kiçik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göy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cisimlərindən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ibarətdir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.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Kiçik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göy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cisimləri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qrupuna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 </a:t>
            </a:r>
            <a:r>
              <a:rPr lang="en-US" dirty="0" err="1">
                <a:solidFill>
                  <a:srgbClr val="0645AD"/>
                </a:solidFill>
                <a:latin typeface="Arial" panose="020B0604020202020204" pitchFamily="34" charset="0"/>
                <a:hlinkClick r:id="rId9" tooltip="Asteroid"/>
              </a:rPr>
              <a:t>asteroidlər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, </a:t>
            </a:r>
            <a:r>
              <a:rPr lang="en-US" dirty="0" err="1">
                <a:solidFill>
                  <a:srgbClr val="0645AD"/>
                </a:solidFill>
                <a:latin typeface="Arial" panose="020B0604020202020204" pitchFamily="34" charset="0"/>
                <a:hlinkClick r:id="rId10" tooltip="Koyper qurşağı"/>
              </a:rPr>
              <a:t>Koyper</a:t>
            </a:r>
            <a:r>
              <a:rPr lang="en-US" dirty="0">
                <a:solidFill>
                  <a:srgbClr val="0645AD"/>
                </a:solidFill>
                <a:latin typeface="Arial" panose="020B0604020202020204" pitchFamily="34" charset="0"/>
                <a:hlinkClick r:id="rId10" tooltip="Koyper qurşağı"/>
              </a:rPr>
              <a:t> </a:t>
            </a:r>
            <a:r>
              <a:rPr lang="en-US" dirty="0" err="1">
                <a:solidFill>
                  <a:srgbClr val="0645AD"/>
                </a:solidFill>
                <a:latin typeface="Arial" panose="020B0604020202020204" pitchFamily="34" charset="0"/>
                <a:hlinkClick r:id="rId10" tooltip="Koyper qurşağı"/>
              </a:rPr>
              <a:t>qurşağındakı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 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cisimlər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, </a:t>
            </a:r>
            <a:r>
              <a:rPr lang="en-US" dirty="0" err="1">
                <a:solidFill>
                  <a:srgbClr val="0645AD"/>
                </a:solidFill>
                <a:latin typeface="Arial" panose="020B0604020202020204" pitchFamily="34" charset="0"/>
                <a:hlinkClick r:id="rId11" tooltip="Kometlər"/>
              </a:rPr>
              <a:t>kometlər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, </a:t>
            </a:r>
            <a:r>
              <a:rPr lang="en-US" dirty="0" err="1">
                <a:solidFill>
                  <a:srgbClr val="0645AD"/>
                </a:solidFill>
                <a:latin typeface="Arial" panose="020B0604020202020204" pitchFamily="34" charset="0"/>
                <a:hlinkClick r:id="rId12" tooltip="Meteor"/>
              </a:rPr>
              <a:t>meteorlar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 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və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planetlərarası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mühit-qaz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və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toz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daxildir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.</a:t>
            </a:r>
          </a:p>
          <a:p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Günəş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sistemində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yerləşən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ilk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dörd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planetə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 </a:t>
            </a:r>
            <a:r>
              <a:rPr lang="en-US" dirty="0" err="1">
                <a:solidFill>
                  <a:srgbClr val="0645AD"/>
                </a:solidFill>
                <a:latin typeface="Arial" panose="020B0604020202020204" pitchFamily="34" charset="0"/>
                <a:hlinkClick r:id="rId13" tooltip="Daxili planetlər"/>
              </a:rPr>
              <a:t>Yer</a:t>
            </a:r>
            <a:r>
              <a:rPr lang="en-US" dirty="0">
                <a:solidFill>
                  <a:srgbClr val="0645AD"/>
                </a:solidFill>
                <a:latin typeface="Arial" panose="020B0604020202020204" pitchFamily="34" charset="0"/>
                <a:hlinkClick r:id="rId13" tooltip="Daxili planetlər"/>
              </a:rPr>
              <a:t> </a:t>
            </a:r>
            <a:r>
              <a:rPr lang="en-US" dirty="0" err="1">
                <a:solidFill>
                  <a:srgbClr val="0645AD"/>
                </a:solidFill>
                <a:latin typeface="Arial" panose="020B0604020202020204" pitchFamily="34" charset="0"/>
                <a:hlinkClick r:id="rId13" tooltip="Daxili planetlər"/>
              </a:rPr>
              <a:t>qrupu</a:t>
            </a:r>
            <a:r>
              <a:rPr lang="en-US" dirty="0">
                <a:solidFill>
                  <a:srgbClr val="0645AD"/>
                </a:solidFill>
                <a:latin typeface="Arial" panose="020B0604020202020204" pitchFamily="34" charset="0"/>
                <a:hlinkClick r:id="rId13" tooltip="Daxili planetlər"/>
              </a:rPr>
              <a:t> </a:t>
            </a:r>
            <a:r>
              <a:rPr lang="en-US" dirty="0" err="1">
                <a:solidFill>
                  <a:srgbClr val="0645AD"/>
                </a:solidFill>
                <a:latin typeface="Arial" panose="020B0604020202020204" pitchFamily="34" charset="0"/>
                <a:hlinkClick r:id="rId13" tooltip="Daxili planetlər"/>
              </a:rPr>
              <a:t>planetlər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,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digər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dörd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planetə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isə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 </a:t>
            </a:r>
            <a:r>
              <a:rPr lang="en-US" dirty="0" err="1">
                <a:solidFill>
                  <a:srgbClr val="0645AD"/>
                </a:solidFill>
                <a:latin typeface="Arial" panose="020B0604020202020204" pitchFamily="34" charset="0"/>
                <a:hlinkClick r:id="rId14" tooltip="Nəhəng planetlər"/>
              </a:rPr>
              <a:t>Nəhəng</a:t>
            </a:r>
            <a:r>
              <a:rPr lang="en-US" dirty="0">
                <a:solidFill>
                  <a:srgbClr val="0645AD"/>
                </a:solidFill>
                <a:latin typeface="Arial" panose="020B0604020202020204" pitchFamily="34" charset="0"/>
                <a:hlinkClick r:id="rId14" tooltip="Nəhəng planetlər"/>
              </a:rPr>
              <a:t> </a:t>
            </a:r>
            <a:r>
              <a:rPr lang="en-US" dirty="0" err="1">
                <a:solidFill>
                  <a:srgbClr val="0645AD"/>
                </a:solidFill>
                <a:latin typeface="Arial" panose="020B0604020202020204" pitchFamily="34" charset="0"/>
                <a:hlinkClick r:id="rId14" tooltip="Nəhəng planetlər"/>
              </a:rPr>
              <a:t>planetlər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 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deyilir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.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Koyper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qurşağından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kənarda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isə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seyrək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disk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şəklində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olduğu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düşünülən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 </a:t>
            </a:r>
            <a:r>
              <a:rPr lang="en-US" dirty="0" err="1">
                <a:solidFill>
                  <a:srgbClr val="0645AD"/>
                </a:solidFill>
                <a:latin typeface="Arial" panose="020B0604020202020204" pitchFamily="34" charset="0"/>
                <a:hlinkClick r:id="rId15" tooltip="Oort buludu"/>
              </a:rPr>
              <a:t>Oort</a:t>
            </a:r>
            <a:r>
              <a:rPr lang="en-US" dirty="0">
                <a:solidFill>
                  <a:srgbClr val="0645AD"/>
                </a:solidFill>
                <a:latin typeface="Arial" panose="020B0604020202020204" pitchFamily="34" charset="0"/>
                <a:hlinkClick r:id="rId15" tooltip="Oort buludu"/>
              </a:rPr>
              <a:t> </a:t>
            </a:r>
            <a:r>
              <a:rPr lang="en-US" dirty="0" err="1">
                <a:solidFill>
                  <a:srgbClr val="0645AD"/>
                </a:solidFill>
                <a:latin typeface="Arial" panose="020B0604020202020204" pitchFamily="34" charset="0"/>
                <a:hlinkClick r:id="rId15" tooltip="Oort buludu"/>
              </a:rPr>
              <a:t>buludunun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 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yerləşdiyi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təxmin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olunur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.</a:t>
            </a:r>
          </a:p>
          <a:p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Günəşdən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olan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uzaqlıqlarına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görə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planetlər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ardıcıl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olaraq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 </a:t>
            </a:r>
            <a:r>
              <a:rPr lang="en-US" dirty="0" err="1">
                <a:solidFill>
                  <a:srgbClr val="0645AD"/>
                </a:solidFill>
                <a:latin typeface="Arial" panose="020B0604020202020204" pitchFamily="34" charset="0"/>
                <a:hlinkClick r:id="rId16" tooltip="Merkuri (planet)"/>
              </a:rPr>
              <a:t>Merkuri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, </a:t>
            </a:r>
            <a:r>
              <a:rPr lang="en-US" dirty="0" err="1">
                <a:solidFill>
                  <a:srgbClr val="0645AD"/>
                </a:solidFill>
                <a:latin typeface="Arial" panose="020B0604020202020204" pitchFamily="34" charset="0"/>
                <a:hlinkClick r:id="rId17" tooltip="Venera (planet)"/>
              </a:rPr>
              <a:t>Venera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, </a:t>
            </a:r>
            <a:r>
              <a:rPr lang="en-US" dirty="0" err="1">
                <a:solidFill>
                  <a:srgbClr val="0645AD"/>
                </a:solidFill>
                <a:latin typeface="Arial" panose="020B0604020202020204" pitchFamily="34" charset="0"/>
                <a:hlinkClick r:id="rId18" tooltip="Yer"/>
              </a:rPr>
              <a:t>Yer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, </a:t>
            </a:r>
            <a:r>
              <a:rPr lang="en-US" dirty="0">
                <a:solidFill>
                  <a:srgbClr val="0645AD"/>
                </a:solidFill>
                <a:latin typeface="Arial" panose="020B0604020202020204" pitchFamily="34" charset="0"/>
                <a:hlinkClick r:id="rId19" tooltip="Mars"/>
              </a:rPr>
              <a:t>Mars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, </a:t>
            </a:r>
            <a:r>
              <a:rPr lang="en-US" dirty="0" err="1">
                <a:solidFill>
                  <a:srgbClr val="0645AD"/>
                </a:solidFill>
                <a:latin typeface="Arial" panose="020B0604020202020204" pitchFamily="34" charset="0"/>
                <a:hlinkClick r:id="rId20" tooltip="Yupiter (planet)"/>
              </a:rPr>
              <a:t>Yupiter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, </a:t>
            </a:r>
            <a:r>
              <a:rPr lang="en-US" dirty="0">
                <a:solidFill>
                  <a:srgbClr val="0645AD"/>
                </a:solidFill>
                <a:latin typeface="Arial" panose="020B0604020202020204" pitchFamily="34" charset="0"/>
                <a:hlinkClick r:id="rId21" tooltip="Saturn (planet)"/>
              </a:rPr>
              <a:t>Saturn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, </a:t>
            </a:r>
            <a:r>
              <a:rPr lang="en-US" dirty="0" err="1">
                <a:solidFill>
                  <a:srgbClr val="0645AD"/>
                </a:solidFill>
                <a:latin typeface="Arial" panose="020B0604020202020204" pitchFamily="34" charset="0"/>
                <a:hlinkClick r:id="rId22" tooltip="Uran (planet)"/>
              </a:rPr>
              <a:t>Uran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 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və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 </a:t>
            </a:r>
            <a:r>
              <a:rPr lang="en-US" dirty="0" err="1">
                <a:solidFill>
                  <a:srgbClr val="0645AD"/>
                </a:solidFill>
                <a:latin typeface="Arial" panose="020B0604020202020204" pitchFamily="34" charset="0"/>
                <a:hlinkClick r:id="rId23" tooltip="Neptun (planet)"/>
              </a:rPr>
              <a:t>Neptundur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. Bu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səkkiz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planetin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altısının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ətrafında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dolanan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təbii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peykləri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vardır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.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Bundan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başqa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nəhəng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planetlərin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ətrafında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fırlanan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toz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və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digər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kiçik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hissəciklərdən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ibarət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olan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halqaları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vardır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.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Yer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planetindən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başqa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digər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planetlərin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adlarının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mənşəyi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 </a:t>
            </a:r>
            <a:r>
              <a:rPr lang="en-US" dirty="0" err="1">
                <a:solidFill>
                  <a:srgbClr val="0645AD"/>
                </a:solidFill>
                <a:latin typeface="Arial" panose="020B0604020202020204" pitchFamily="34" charset="0"/>
                <a:hlinkClick r:id="rId24" tooltip="Yunan mifologiyası"/>
              </a:rPr>
              <a:t>Yunan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 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və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 </a:t>
            </a:r>
            <a:r>
              <a:rPr lang="en-US" dirty="0">
                <a:solidFill>
                  <a:srgbClr val="0645AD"/>
                </a:solidFill>
                <a:latin typeface="Arial" panose="020B0604020202020204" pitchFamily="34" charset="0"/>
                <a:hlinkClick r:id="rId25" tooltip="Roma mifologiyası"/>
              </a:rPr>
              <a:t>Roma </a:t>
            </a:r>
            <a:r>
              <a:rPr lang="en-US" dirty="0" err="1">
                <a:solidFill>
                  <a:srgbClr val="0645AD"/>
                </a:solidFill>
                <a:latin typeface="Arial" panose="020B0604020202020204" pitchFamily="34" charset="0"/>
                <a:hlinkClick r:id="rId25" tooltip="Roma mifologiyası"/>
              </a:rPr>
              <a:t>mifologiyasındakı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 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tanrılardır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.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Cırtdan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planetlərdən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olan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Serera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 </a:t>
            </a:r>
            <a:r>
              <a:rPr lang="en-US" dirty="0">
                <a:solidFill>
                  <a:srgbClr val="0645AD"/>
                </a:solidFill>
                <a:latin typeface="Arial" panose="020B0604020202020204" pitchFamily="34" charset="0"/>
                <a:hlinkClick r:id="rId26" tooltip="Asteroid qurşağı"/>
              </a:rPr>
              <a:t>Asteroid </a:t>
            </a:r>
            <a:r>
              <a:rPr lang="en-US" dirty="0" err="1">
                <a:solidFill>
                  <a:srgbClr val="0645AD"/>
                </a:solidFill>
                <a:latin typeface="Arial" panose="020B0604020202020204" pitchFamily="34" charset="0"/>
                <a:hlinkClick r:id="rId26" tooltip="Asteroid qurşağı"/>
              </a:rPr>
              <a:t>qurşağında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 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yerləşir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və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burada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yerləşən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ən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böyük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cisimdir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.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Erida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məlum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olan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ən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böyük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cırtdan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planetdir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.</a:t>
            </a:r>
            <a:endParaRPr lang="en-US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759430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</TotalTime>
  <Words>213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Trebuchet MS</vt:lpstr>
      <vt:lpstr>Wingdings 3</vt:lpstr>
      <vt:lpstr>Facet</vt:lpstr>
      <vt:lpstr>Yer planeti  və Günəş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Yer planeti  və Günəş</dc:title>
  <dc:creator>User</dc:creator>
  <cp:lastModifiedBy>User</cp:lastModifiedBy>
  <cp:revision>2</cp:revision>
  <dcterms:created xsi:type="dcterms:W3CDTF">2021-02-22T09:52:51Z</dcterms:created>
  <dcterms:modified xsi:type="dcterms:W3CDTF">2021-02-22T10:08:03Z</dcterms:modified>
</cp:coreProperties>
</file>