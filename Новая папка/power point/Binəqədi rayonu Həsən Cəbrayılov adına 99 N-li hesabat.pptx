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7B5FE6-1259-484B-9E9A-CC466C798F33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5F3945-3C38-4942-98BD-4C37A300929A}">
      <dgm:prSet/>
      <dgm:spPr/>
      <dgm:t>
        <a:bodyPr/>
        <a:lstStyle/>
        <a:p>
          <a:pPr rtl="0"/>
          <a:r>
            <a:rPr lang="en-US" smtClean="0"/>
            <a:t>2020-2021-ci tədris ilinin əvvəlində məktəbdə 1-4 cü siniflər üzrə 26 sinif, 5-9-cu siniflər üzrə 33 sinif, 10-11-ci siniflər üzrə 8 sinif mövcud olmuşdur. Məktəb üzrə ümumi sinif sayı 67 olmuşdur. Ümumi şagird sayı 1604 nəfər olmuşdur.</a:t>
          </a:r>
          <a:endParaRPr lang="en-US"/>
        </a:p>
      </dgm:t>
    </dgm:pt>
    <dgm:pt modelId="{34DC0B74-D8FF-4FB8-9CE7-94FBC1ED2CA3}" type="parTrans" cxnId="{77403C90-148A-4D56-8073-F9FD64AC5BA8}">
      <dgm:prSet/>
      <dgm:spPr/>
      <dgm:t>
        <a:bodyPr/>
        <a:lstStyle/>
        <a:p>
          <a:endParaRPr lang="en-US"/>
        </a:p>
      </dgm:t>
    </dgm:pt>
    <dgm:pt modelId="{7A8B21B4-23B4-4391-B7B2-3DB7F9BDB372}" type="sibTrans" cxnId="{77403C90-148A-4D56-8073-F9FD64AC5BA8}">
      <dgm:prSet/>
      <dgm:spPr/>
      <dgm:t>
        <a:bodyPr/>
        <a:lstStyle/>
        <a:p>
          <a:endParaRPr lang="en-US"/>
        </a:p>
      </dgm:t>
    </dgm:pt>
    <dgm:pt modelId="{682C3FD7-0832-4845-9AB4-323B21B5EFDB}">
      <dgm:prSet/>
      <dgm:spPr/>
      <dgm:t>
        <a:bodyPr/>
        <a:lstStyle/>
        <a:p>
          <a:pPr rtl="0"/>
          <a:r>
            <a:rPr lang="en-US" smtClean="0"/>
            <a:t>Tədris ilinin sonunda məktəbdə1-4-cü siniflər üzrə 26 sinif, 5-9-cu siniflər üzrə 14 sinif, 10-11-ci siniflər üzrə 8 sinif mövcud olmuşdur.Məktəb üzrə ümumi sinif sayı 67 olmuşdur.Ümumi şagird sayı 1537 nəfər olmuşdur.</a:t>
          </a:r>
          <a:endParaRPr lang="en-US"/>
        </a:p>
      </dgm:t>
    </dgm:pt>
    <dgm:pt modelId="{D0873010-AA38-4E3B-9A3C-69BD8130F98B}" type="parTrans" cxnId="{93F84A2D-0140-4108-956D-4832281F9B93}">
      <dgm:prSet/>
      <dgm:spPr/>
      <dgm:t>
        <a:bodyPr/>
        <a:lstStyle/>
        <a:p>
          <a:endParaRPr lang="en-US"/>
        </a:p>
      </dgm:t>
    </dgm:pt>
    <dgm:pt modelId="{8C50E3F2-FF5A-4D02-8333-B0BFFE336F1E}" type="sibTrans" cxnId="{93F84A2D-0140-4108-956D-4832281F9B93}">
      <dgm:prSet/>
      <dgm:spPr/>
      <dgm:t>
        <a:bodyPr/>
        <a:lstStyle/>
        <a:p>
          <a:endParaRPr lang="en-US"/>
        </a:p>
      </dgm:t>
    </dgm:pt>
    <dgm:pt modelId="{A2F91601-58F7-4804-AA33-82286E229831}" type="pres">
      <dgm:prSet presAssocID="{517B5FE6-1259-484B-9E9A-CC466C798F33}" presName="Name0" presStyleCnt="0">
        <dgm:presLayoutVars>
          <dgm:dir/>
          <dgm:resizeHandles val="exact"/>
        </dgm:presLayoutVars>
      </dgm:prSet>
      <dgm:spPr/>
    </dgm:pt>
    <dgm:pt modelId="{F0106F9E-BF72-4F57-A650-8E030DCA0F29}" type="pres">
      <dgm:prSet presAssocID="{517B5FE6-1259-484B-9E9A-CC466C798F33}" presName="arrow" presStyleLbl="bgShp" presStyleIdx="0" presStyleCnt="1"/>
      <dgm:spPr/>
    </dgm:pt>
    <dgm:pt modelId="{FE1320D1-11D6-4413-8434-85B7CD5E8467}" type="pres">
      <dgm:prSet presAssocID="{517B5FE6-1259-484B-9E9A-CC466C798F33}" presName="points" presStyleCnt="0"/>
      <dgm:spPr/>
    </dgm:pt>
    <dgm:pt modelId="{E4E9F57E-EDAB-49B4-841A-F3E4B8EA3F39}" type="pres">
      <dgm:prSet presAssocID="{B25F3945-3C38-4942-98BD-4C37A300929A}" presName="compositeA" presStyleCnt="0"/>
      <dgm:spPr/>
    </dgm:pt>
    <dgm:pt modelId="{7D3C4CF4-4D78-4B85-BFC8-42709E2683AE}" type="pres">
      <dgm:prSet presAssocID="{B25F3945-3C38-4942-98BD-4C37A300929A}" presName="textA" presStyleLbl="revTx" presStyleIdx="0" presStyleCnt="2">
        <dgm:presLayoutVars>
          <dgm:bulletEnabled val="1"/>
        </dgm:presLayoutVars>
      </dgm:prSet>
      <dgm:spPr/>
    </dgm:pt>
    <dgm:pt modelId="{DF2C5943-87CF-4759-A102-DF808B8C88EE}" type="pres">
      <dgm:prSet presAssocID="{B25F3945-3C38-4942-98BD-4C37A300929A}" presName="circleA" presStyleLbl="node1" presStyleIdx="0" presStyleCnt="2"/>
      <dgm:spPr/>
    </dgm:pt>
    <dgm:pt modelId="{49A1B29F-621D-4FF4-B89F-0921F61CB897}" type="pres">
      <dgm:prSet presAssocID="{B25F3945-3C38-4942-98BD-4C37A300929A}" presName="spaceA" presStyleCnt="0"/>
      <dgm:spPr/>
    </dgm:pt>
    <dgm:pt modelId="{8B370FDC-8012-4836-9002-A9D7101406D7}" type="pres">
      <dgm:prSet presAssocID="{7A8B21B4-23B4-4391-B7B2-3DB7F9BDB372}" presName="space" presStyleCnt="0"/>
      <dgm:spPr/>
    </dgm:pt>
    <dgm:pt modelId="{BB1067F5-2F9D-49E6-A283-BD08838F4C01}" type="pres">
      <dgm:prSet presAssocID="{682C3FD7-0832-4845-9AB4-323B21B5EFDB}" presName="compositeB" presStyleCnt="0"/>
      <dgm:spPr/>
    </dgm:pt>
    <dgm:pt modelId="{1F6018F2-EAFA-4490-880D-1562A78DDDDC}" type="pres">
      <dgm:prSet presAssocID="{682C3FD7-0832-4845-9AB4-323B21B5EFDB}" presName="textB" presStyleLbl="revTx" presStyleIdx="1" presStyleCnt="2">
        <dgm:presLayoutVars>
          <dgm:bulletEnabled val="1"/>
        </dgm:presLayoutVars>
      </dgm:prSet>
      <dgm:spPr/>
    </dgm:pt>
    <dgm:pt modelId="{5E4EF72A-E84E-46A7-B723-44F5A9E3770C}" type="pres">
      <dgm:prSet presAssocID="{682C3FD7-0832-4845-9AB4-323B21B5EFDB}" presName="circleB" presStyleLbl="node1" presStyleIdx="1" presStyleCnt="2"/>
      <dgm:spPr/>
    </dgm:pt>
    <dgm:pt modelId="{5CA8251F-433C-48AD-AF7A-90552B08347C}" type="pres">
      <dgm:prSet presAssocID="{682C3FD7-0832-4845-9AB4-323B21B5EFDB}" presName="spaceB" presStyleCnt="0"/>
      <dgm:spPr/>
    </dgm:pt>
  </dgm:ptLst>
  <dgm:cxnLst>
    <dgm:cxn modelId="{A44360FF-CE39-48E0-A990-7EC4F4311E21}" type="presOf" srcId="{682C3FD7-0832-4845-9AB4-323B21B5EFDB}" destId="{1F6018F2-EAFA-4490-880D-1562A78DDDDC}" srcOrd="0" destOrd="0" presId="urn:microsoft.com/office/officeart/2005/8/layout/hProcess11"/>
    <dgm:cxn modelId="{8E98C28A-ECDD-4D04-8261-75AF891ED14F}" type="presOf" srcId="{B25F3945-3C38-4942-98BD-4C37A300929A}" destId="{7D3C4CF4-4D78-4B85-BFC8-42709E2683AE}" srcOrd="0" destOrd="0" presId="urn:microsoft.com/office/officeart/2005/8/layout/hProcess11"/>
    <dgm:cxn modelId="{A7C4584B-4622-476D-9647-FF671548E526}" type="presOf" srcId="{517B5FE6-1259-484B-9E9A-CC466C798F33}" destId="{A2F91601-58F7-4804-AA33-82286E229831}" srcOrd="0" destOrd="0" presId="urn:microsoft.com/office/officeart/2005/8/layout/hProcess11"/>
    <dgm:cxn modelId="{77403C90-148A-4D56-8073-F9FD64AC5BA8}" srcId="{517B5FE6-1259-484B-9E9A-CC466C798F33}" destId="{B25F3945-3C38-4942-98BD-4C37A300929A}" srcOrd="0" destOrd="0" parTransId="{34DC0B74-D8FF-4FB8-9CE7-94FBC1ED2CA3}" sibTransId="{7A8B21B4-23B4-4391-B7B2-3DB7F9BDB372}"/>
    <dgm:cxn modelId="{93F84A2D-0140-4108-956D-4832281F9B93}" srcId="{517B5FE6-1259-484B-9E9A-CC466C798F33}" destId="{682C3FD7-0832-4845-9AB4-323B21B5EFDB}" srcOrd="1" destOrd="0" parTransId="{D0873010-AA38-4E3B-9A3C-69BD8130F98B}" sibTransId="{8C50E3F2-FF5A-4D02-8333-B0BFFE336F1E}"/>
    <dgm:cxn modelId="{D4A00147-6D0C-4244-AD95-F7732EB25AE2}" type="presParOf" srcId="{A2F91601-58F7-4804-AA33-82286E229831}" destId="{F0106F9E-BF72-4F57-A650-8E030DCA0F29}" srcOrd="0" destOrd="0" presId="urn:microsoft.com/office/officeart/2005/8/layout/hProcess11"/>
    <dgm:cxn modelId="{5DB61A43-B690-4B33-8FBD-DCA9D40E6DBA}" type="presParOf" srcId="{A2F91601-58F7-4804-AA33-82286E229831}" destId="{FE1320D1-11D6-4413-8434-85B7CD5E8467}" srcOrd="1" destOrd="0" presId="urn:microsoft.com/office/officeart/2005/8/layout/hProcess11"/>
    <dgm:cxn modelId="{6A581871-B90A-47B6-A2A6-A10AA69EBED9}" type="presParOf" srcId="{FE1320D1-11D6-4413-8434-85B7CD5E8467}" destId="{E4E9F57E-EDAB-49B4-841A-F3E4B8EA3F39}" srcOrd="0" destOrd="0" presId="urn:microsoft.com/office/officeart/2005/8/layout/hProcess11"/>
    <dgm:cxn modelId="{A78E3929-F0C3-48A3-94BD-2B5A1A4A70CD}" type="presParOf" srcId="{E4E9F57E-EDAB-49B4-841A-F3E4B8EA3F39}" destId="{7D3C4CF4-4D78-4B85-BFC8-42709E2683AE}" srcOrd="0" destOrd="0" presId="urn:microsoft.com/office/officeart/2005/8/layout/hProcess11"/>
    <dgm:cxn modelId="{41DE7247-9AED-4A24-80EB-AD289E3C6E77}" type="presParOf" srcId="{E4E9F57E-EDAB-49B4-841A-F3E4B8EA3F39}" destId="{DF2C5943-87CF-4759-A102-DF808B8C88EE}" srcOrd="1" destOrd="0" presId="urn:microsoft.com/office/officeart/2005/8/layout/hProcess11"/>
    <dgm:cxn modelId="{E9E1B8FF-D3FF-42B8-A13D-E420DC6F635A}" type="presParOf" srcId="{E4E9F57E-EDAB-49B4-841A-F3E4B8EA3F39}" destId="{49A1B29F-621D-4FF4-B89F-0921F61CB897}" srcOrd="2" destOrd="0" presId="urn:microsoft.com/office/officeart/2005/8/layout/hProcess11"/>
    <dgm:cxn modelId="{59E5CB6F-26C1-497F-9DAB-2DFAF7717D88}" type="presParOf" srcId="{FE1320D1-11D6-4413-8434-85B7CD5E8467}" destId="{8B370FDC-8012-4836-9002-A9D7101406D7}" srcOrd="1" destOrd="0" presId="urn:microsoft.com/office/officeart/2005/8/layout/hProcess11"/>
    <dgm:cxn modelId="{51E08E96-F4D1-4972-A510-307716B9BFDB}" type="presParOf" srcId="{FE1320D1-11D6-4413-8434-85B7CD5E8467}" destId="{BB1067F5-2F9D-49E6-A283-BD08838F4C01}" srcOrd="2" destOrd="0" presId="urn:microsoft.com/office/officeart/2005/8/layout/hProcess11"/>
    <dgm:cxn modelId="{C3B37691-D1AC-4603-B9D3-09EAECCD867A}" type="presParOf" srcId="{BB1067F5-2F9D-49E6-A283-BD08838F4C01}" destId="{1F6018F2-EAFA-4490-880D-1562A78DDDDC}" srcOrd="0" destOrd="0" presId="urn:microsoft.com/office/officeart/2005/8/layout/hProcess11"/>
    <dgm:cxn modelId="{E4BDF808-F688-4794-9E15-A91C41D11EF8}" type="presParOf" srcId="{BB1067F5-2F9D-49E6-A283-BD08838F4C01}" destId="{5E4EF72A-E84E-46A7-B723-44F5A9E3770C}" srcOrd="1" destOrd="0" presId="urn:microsoft.com/office/officeart/2005/8/layout/hProcess11"/>
    <dgm:cxn modelId="{CAC97FD5-6276-4FA8-8760-85DA84B8B56D}" type="presParOf" srcId="{BB1067F5-2F9D-49E6-A283-BD08838F4C01}" destId="{5CA8251F-433C-48AD-AF7A-90552B08347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81ED4D-2267-49E5-9AEB-AF03459793CB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F3AA98-FDF3-460B-BF52-9DB4BA2DAF37}">
      <dgm:prSet phldrT="[Text]"/>
      <dgm:spPr/>
      <dgm:t>
        <a:bodyPr/>
        <a:lstStyle/>
        <a:p>
          <a:r>
            <a:rPr lang="az-Latn-AZ" dirty="0" smtClean="0"/>
            <a:t>Ana dili</a:t>
          </a:r>
          <a:endParaRPr lang="en-US" dirty="0"/>
        </a:p>
      </dgm:t>
    </dgm:pt>
    <dgm:pt modelId="{2CEDE334-DA2D-4330-991A-28682C593CCD}" type="parTrans" cxnId="{A941176B-1A4C-4A8C-A644-EF6028679C3D}">
      <dgm:prSet/>
      <dgm:spPr/>
      <dgm:t>
        <a:bodyPr/>
        <a:lstStyle/>
        <a:p>
          <a:endParaRPr lang="en-US"/>
        </a:p>
      </dgm:t>
    </dgm:pt>
    <dgm:pt modelId="{B08FA7B6-3F79-449B-85FF-109E547BA752}" type="sibTrans" cxnId="{A941176B-1A4C-4A8C-A644-EF6028679C3D}">
      <dgm:prSet/>
      <dgm:spPr/>
      <dgm:t>
        <a:bodyPr/>
        <a:lstStyle/>
        <a:p>
          <a:endParaRPr lang="en-US"/>
        </a:p>
      </dgm:t>
    </dgm:pt>
    <dgm:pt modelId="{C248C149-1092-4777-90B1-00E8FB1EB74E}">
      <dgm:prSet phldrT="[Text]"/>
      <dgm:spPr>
        <a:solidFill>
          <a:srgbClr val="FFC000"/>
        </a:solidFill>
      </dgm:spPr>
      <dgm:t>
        <a:bodyPr/>
        <a:lstStyle/>
        <a:p>
          <a:r>
            <a:rPr lang="az-Latn-AZ" dirty="0" smtClean="0"/>
            <a:t>Keyfiyyət faizi-47%</a:t>
          </a:r>
          <a:endParaRPr lang="en-US" dirty="0"/>
        </a:p>
      </dgm:t>
    </dgm:pt>
    <dgm:pt modelId="{C1E6DC8D-B66F-48B0-8A22-42DDEEFB4EEB}" type="parTrans" cxnId="{DA57DF9F-B081-45FA-A7BC-0B7A1FC9899F}">
      <dgm:prSet/>
      <dgm:spPr/>
      <dgm:t>
        <a:bodyPr/>
        <a:lstStyle/>
        <a:p>
          <a:endParaRPr lang="en-US"/>
        </a:p>
      </dgm:t>
    </dgm:pt>
    <dgm:pt modelId="{F09FCD12-DD46-49D1-AAC5-814338C1FE33}" type="sibTrans" cxnId="{DA57DF9F-B081-45FA-A7BC-0B7A1FC9899F}">
      <dgm:prSet/>
      <dgm:spPr/>
      <dgm:t>
        <a:bodyPr/>
        <a:lstStyle/>
        <a:p>
          <a:endParaRPr lang="en-US"/>
        </a:p>
      </dgm:t>
    </dgm:pt>
    <dgm:pt modelId="{1C7F8B72-280B-4B9A-9D71-B7B5FA77D143}">
      <dgm:prSet phldrT="[Text]"/>
      <dgm:spPr>
        <a:solidFill>
          <a:srgbClr val="FFC000"/>
        </a:solidFill>
      </dgm:spPr>
      <dgm:t>
        <a:bodyPr/>
        <a:lstStyle/>
        <a:p>
          <a:r>
            <a:rPr lang="az-Latn-AZ" dirty="0" smtClean="0"/>
            <a:t>Müvəffəqiyyət faizi-78%</a:t>
          </a:r>
          <a:endParaRPr lang="en-US" dirty="0"/>
        </a:p>
      </dgm:t>
    </dgm:pt>
    <dgm:pt modelId="{3C988BDF-D663-4C2B-A793-0B5E6C9BD9AD}" type="parTrans" cxnId="{4C1A97D2-3B4E-4A58-8790-39153FBEE4B6}">
      <dgm:prSet/>
      <dgm:spPr/>
      <dgm:t>
        <a:bodyPr/>
        <a:lstStyle/>
        <a:p>
          <a:endParaRPr lang="en-US"/>
        </a:p>
      </dgm:t>
    </dgm:pt>
    <dgm:pt modelId="{787E7BDA-2DA0-4E4D-BB23-198EC1A59315}" type="sibTrans" cxnId="{4C1A97D2-3B4E-4A58-8790-39153FBEE4B6}">
      <dgm:prSet/>
      <dgm:spPr/>
      <dgm:t>
        <a:bodyPr/>
        <a:lstStyle/>
        <a:p>
          <a:endParaRPr lang="en-US"/>
        </a:p>
      </dgm:t>
    </dgm:pt>
    <dgm:pt modelId="{C64D2E93-20DA-4E6E-8EDB-FFDC0F2BD3A0}">
      <dgm:prSet phldrT="[Text]"/>
      <dgm:spPr/>
      <dgm:t>
        <a:bodyPr/>
        <a:lstStyle/>
        <a:p>
          <a:r>
            <a:rPr lang="az-Latn-AZ" dirty="0" smtClean="0"/>
            <a:t>Riyaziyyat</a:t>
          </a:r>
          <a:endParaRPr lang="en-US" dirty="0"/>
        </a:p>
      </dgm:t>
    </dgm:pt>
    <dgm:pt modelId="{FCA7F641-A9AF-464E-A772-545666F4CA5C}" type="parTrans" cxnId="{506A086A-EF3A-40C9-B605-DC938DD058E8}">
      <dgm:prSet/>
      <dgm:spPr/>
      <dgm:t>
        <a:bodyPr/>
        <a:lstStyle/>
        <a:p>
          <a:endParaRPr lang="en-US"/>
        </a:p>
      </dgm:t>
    </dgm:pt>
    <dgm:pt modelId="{EAA4C6A1-19C4-4934-824E-8536C21A8C36}" type="sibTrans" cxnId="{506A086A-EF3A-40C9-B605-DC938DD058E8}">
      <dgm:prSet/>
      <dgm:spPr/>
      <dgm:t>
        <a:bodyPr/>
        <a:lstStyle/>
        <a:p>
          <a:endParaRPr lang="en-US"/>
        </a:p>
      </dgm:t>
    </dgm:pt>
    <dgm:pt modelId="{A6AF6F4A-733F-4F4E-B8D9-22420FEF6CC1}">
      <dgm:prSet phldrT="[Text]"/>
      <dgm:spPr>
        <a:solidFill>
          <a:srgbClr val="92D050"/>
        </a:solidFill>
      </dgm:spPr>
      <dgm:t>
        <a:bodyPr/>
        <a:lstStyle/>
        <a:p>
          <a:r>
            <a:rPr lang="az-Latn-AZ" dirty="0" smtClean="0"/>
            <a:t>Keyfiyyət faizi-35%</a:t>
          </a:r>
          <a:endParaRPr lang="en-US" dirty="0"/>
        </a:p>
      </dgm:t>
    </dgm:pt>
    <dgm:pt modelId="{41D3AE8A-B0D9-4AD2-8685-BF4475C3D885}" type="parTrans" cxnId="{49C434A0-EFFA-470A-886A-56992AF6F72F}">
      <dgm:prSet/>
      <dgm:spPr/>
      <dgm:t>
        <a:bodyPr/>
        <a:lstStyle/>
        <a:p>
          <a:endParaRPr lang="en-US"/>
        </a:p>
      </dgm:t>
    </dgm:pt>
    <dgm:pt modelId="{180582F0-1B6B-4C01-A246-DDA65F34AFEB}" type="sibTrans" cxnId="{49C434A0-EFFA-470A-886A-56992AF6F72F}">
      <dgm:prSet/>
      <dgm:spPr/>
      <dgm:t>
        <a:bodyPr/>
        <a:lstStyle/>
        <a:p>
          <a:endParaRPr lang="en-US"/>
        </a:p>
      </dgm:t>
    </dgm:pt>
    <dgm:pt modelId="{9CC6EF57-6112-49B7-891B-97D131B38429}">
      <dgm:prSet phldrT="[Text]"/>
      <dgm:spPr/>
      <dgm:t>
        <a:bodyPr/>
        <a:lstStyle/>
        <a:p>
          <a:r>
            <a:rPr lang="az-Latn-AZ" dirty="0" smtClean="0"/>
            <a:t>Rus dili</a:t>
          </a:r>
          <a:endParaRPr lang="en-US" dirty="0"/>
        </a:p>
      </dgm:t>
    </dgm:pt>
    <dgm:pt modelId="{1D6BEA4C-58B4-46A9-AAAC-4A8160E6778A}" type="parTrans" cxnId="{B3EA536C-D09C-4E12-8D94-4A18FC69FF5F}">
      <dgm:prSet/>
      <dgm:spPr/>
      <dgm:t>
        <a:bodyPr/>
        <a:lstStyle/>
        <a:p>
          <a:endParaRPr lang="en-US"/>
        </a:p>
      </dgm:t>
    </dgm:pt>
    <dgm:pt modelId="{C4DA9055-D636-43EB-B15C-752B4710E6C1}" type="sibTrans" cxnId="{B3EA536C-D09C-4E12-8D94-4A18FC69FF5F}">
      <dgm:prSet/>
      <dgm:spPr/>
      <dgm:t>
        <a:bodyPr/>
        <a:lstStyle/>
        <a:p>
          <a:endParaRPr lang="en-US"/>
        </a:p>
      </dgm:t>
    </dgm:pt>
    <dgm:pt modelId="{4F1B7E71-E71C-4DA9-951C-A10CA871FB56}">
      <dgm:prSet phldrT="[Text]"/>
      <dgm:spPr>
        <a:solidFill>
          <a:srgbClr val="002060"/>
        </a:solidFill>
      </dgm:spPr>
      <dgm:t>
        <a:bodyPr/>
        <a:lstStyle/>
        <a:p>
          <a:r>
            <a:rPr lang="az-Latn-AZ" dirty="0" smtClean="0"/>
            <a:t>Keyfiyyət faizi-41%</a:t>
          </a:r>
          <a:endParaRPr lang="en-US" dirty="0"/>
        </a:p>
      </dgm:t>
    </dgm:pt>
    <dgm:pt modelId="{3E306C80-D189-4AAC-9B3A-815B9D82BE4C}" type="parTrans" cxnId="{8D25EE86-F5DE-4DEA-9EA1-C8351FC4A8F9}">
      <dgm:prSet/>
      <dgm:spPr/>
      <dgm:t>
        <a:bodyPr/>
        <a:lstStyle/>
        <a:p>
          <a:endParaRPr lang="en-US"/>
        </a:p>
      </dgm:t>
    </dgm:pt>
    <dgm:pt modelId="{3B565829-AAA3-407D-88A5-22B548C46489}" type="sibTrans" cxnId="{8D25EE86-F5DE-4DEA-9EA1-C8351FC4A8F9}">
      <dgm:prSet/>
      <dgm:spPr/>
      <dgm:t>
        <a:bodyPr/>
        <a:lstStyle/>
        <a:p>
          <a:endParaRPr lang="en-US"/>
        </a:p>
      </dgm:t>
    </dgm:pt>
    <dgm:pt modelId="{AD6AA386-6208-4F8A-89A6-62FB8231797B}">
      <dgm:prSet/>
      <dgm:spPr>
        <a:solidFill>
          <a:srgbClr val="92D050"/>
        </a:solidFill>
      </dgm:spPr>
      <dgm:t>
        <a:bodyPr/>
        <a:lstStyle/>
        <a:p>
          <a:r>
            <a:rPr lang="az-Latn-AZ" dirty="0" smtClean="0"/>
            <a:t>Müvəffəqiyyət faizi-73%</a:t>
          </a:r>
          <a:endParaRPr lang="en-US" dirty="0"/>
        </a:p>
      </dgm:t>
    </dgm:pt>
    <dgm:pt modelId="{F0D79E35-1D41-48E1-A382-98CB9ED68240}" type="parTrans" cxnId="{CA485C3B-6ECA-41DE-A82C-45144C215BE3}">
      <dgm:prSet/>
      <dgm:spPr/>
      <dgm:t>
        <a:bodyPr/>
        <a:lstStyle/>
        <a:p>
          <a:endParaRPr lang="en-US"/>
        </a:p>
      </dgm:t>
    </dgm:pt>
    <dgm:pt modelId="{FBD8D2D5-A19E-4A4F-A6F5-76EA170D8C93}" type="sibTrans" cxnId="{CA485C3B-6ECA-41DE-A82C-45144C215BE3}">
      <dgm:prSet/>
      <dgm:spPr/>
      <dgm:t>
        <a:bodyPr/>
        <a:lstStyle/>
        <a:p>
          <a:endParaRPr lang="en-US"/>
        </a:p>
      </dgm:t>
    </dgm:pt>
    <dgm:pt modelId="{B12C2970-F535-4D26-8FAD-2E99833DA9C2}">
      <dgm:prSet/>
      <dgm:spPr>
        <a:solidFill>
          <a:srgbClr val="002060"/>
        </a:solidFill>
      </dgm:spPr>
      <dgm:t>
        <a:bodyPr/>
        <a:lstStyle/>
        <a:p>
          <a:r>
            <a:rPr lang="az-Latn-AZ" dirty="0" smtClean="0"/>
            <a:t>Müvəffəqiyyət faizi-69%</a:t>
          </a:r>
          <a:endParaRPr lang="en-US" dirty="0"/>
        </a:p>
      </dgm:t>
    </dgm:pt>
    <dgm:pt modelId="{EB194124-3B16-4266-9E48-CC7A32DEBEF4}" type="parTrans" cxnId="{D1196795-E130-41F4-836D-F1A2E26DDAE3}">
      <dgm:prSet/>
      <dgm:spPr/>
      <dgm:t>
        <a:bodyPr/>
        <a:lstStyle/>
        <a:p>
          <a:endParaRPr lang="en-US"/>
        </a:p>
      </dgm:t>
    </dgm:pt>
    <dgm:pt modelId="{D75C00C4-C9A3-4775-86C7-FEEDF7799DED}" type="sibTrans" cxnId="{D1196795-E130-41F4-836D-F1A2E26DDAE3}">
      <dgm:prSet/>
      <dgm:spPr/>
      <dgm:t>
        <a:bodyPr/>
        <a:lstStyle/>
        <a:p>
          <a:endParaRPr lang="en-US"/>
        </a:p>
      </dgm:t>
    </dgm:pt>
    <dgm:pt modelId="{EDB40A52-3E0B-4D87-BF12-A9E591942F63}" type="pres">
      <dgm:prSet presAssocID="{1C81ED4D-2267-49E5-9AEB-AF03459793CB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1602149-6132-4A4C-8F7D-589AFE4CE8C4}" type="pres">
      <dgm:prSet presAssocID="{23F3AA98-FDF3-460B-BF52-9DB4BA2DAF37}" presName="compositeNode" presStyleCnt="0">
        <dgm:presLayoutVars>
          <dgm:bulletEnabled val="1"/>
        </dgm:presLayoutVars>
      </dgm:prSet>
      <dgm:spPr/>
    </dgm:pt>
    <dgm:pt modelId="{4DE21135-FB18-486A-B4B3-18301676797C}" type="pres">
      <dgm:prSet presAssocID="{23F3AA98-FDF3-460B-BF52-9DB4BA2DAF37}" presName="image" presStyleLbl="fgImgPlace1" presStyleIdx="0" presStyleCnt="3"/>
      <dgm:spPr/>
    </dgm:pt>
    <dgm:pt modelId="{659044B0-1746-4B1E-AB16-165AD01D086F}" type="pres">
      <dgm:prSet presAssocID="{23F3AA98-FDF3-460B-BF52-9DB4BA2DAF37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5C634F-1231-4F90-98E6-3B5825D8E80E}" type="pres">
      <dgm:prSet presAssocID="{23F3AA98-FDF3-460B-BF52-9DB4BA2DAF37}" presName="parentNode" presStyleLbl="revTx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EDFD68-7A22-4089-983D-FFA0F0D86063}" type="pres">
      <dgm:prSet presAssocID="{B08FA7B6-3F79-449B-85FF-109E547BA752}" presName="sibTrans" presStyleCnt="0"/>
      <dgm:spPr/>
    </dgm:pt>
    <dgm:pt modelId="{F9F2BC3A-D2D2-44A1-B0A1-BCB5BEF222D3}" type="pres">
      <dgm:prSet presAssocID="{C64D2E93-20DA-4E6E-8EDB-FFDC0F2BD3A0}" presName="compositeNode" presStyleCnt="0">
        <dgm:presLayoutVars>
          <dgm:bulletEnabled val="1"/>
        </dgm:presLayoutVars>
      </dgm:prSet>
      <dgm:spPr/>
    </dgm:pt>
    <dgm:pt modelId="{168EB16A-ABAA-4D5F-90CA-8B8D01C89960}" type="pres">
      <dgm:prSet presAssocID="{C64D2E93-20DA-4E6E-8EDB-FFDC0F2BD3A0}" presName="image" presStyleLbl="fgImgPlace1" presStyleIdx="1" presStyleCnt="3"/>
      <dgm:spPr/>
    </dgm:pt>
    <dgm:pt modelId="{25335B55-CA03-4353-9031-560382603BB5}" type="pres">
      <dgm:prSet presAssocID="{C64D2E93-20DA-4E6E-8EDB-FFDC0F2BD3A0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2259C3-1F5F-4551-8ABB-1A9B2F4C586C}" type="pres">
      <dgm:prSet presAssocID="{C64D2E93-20DA-4E6E-8EDB-FFDC0F2BD3A0}" presName="parentNode" presStyleLbl="revTx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41ED0C-F3EA-46BB-BF22-828DD07DBC9A}" type="pres">
      <dgm:prSet presAssocID="{EAA4C6A1-19C4-4934-824E-8536C21A8C36}" presName="sibTrans" presStyleCnt="0"/>
      <dgm:spPr/>
    </dgm:pt>
    <dgm:pt modelId="{08BE55F2-36EB-4ED7-87CC-A367E3FC669A}" type="pres">
      <dgm:prSet presAssocID="{9CC6EF57-6112-49B7-891B-97D131B38429}" presName="compositeNode" presStyleCnt="0">
        <dgm:presLayoutVars>
          <dgm:bulletEnabled val="1"/>
        </dgm:presLayoutVars>
      </dgm:prSet>
      <dgm:spPr/>
    </dgm:pt>
    <dgm:pt modelId="{C6421A59-7C29-45BA-837A-8191BA0E71CB}" type="pres">
      <dgm:prSet presAssocID="{9CC6EF57-6112-49B7-891B-97D131B38429}" presName="image" presStyleLbl="fgImgPlace1" presStyleIdx="2" presStyleCnt="3"/>
      <dgm:spPr/>
    </dgm:pt>
    <dgm:pt modelId="{2AFB69C8-DBF9-4A6E-B6AE-8F4C92D2A49C}" type="pres">
      <dgm:prSet presAssocID="{9CC6EF57-6112-49B7-891B-97D131B38429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204133-4CA4-4DE9-A90E-FCCC6D175282}" type="pres">
      <dgm:prSet presAssocID="{9CC6EF57-6112-49B7-891B-97D131B38429}" presName="parentNode" presStyleLbl="revTx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2227D7-794B-4A06-AD8F-3D41D5A6B1CB}" type="presOf" srcId="{4F1B7E71-E71C-4DA9-951C-A10CA871FB56}" destId="{2AFB69C8-DBF9-4A6E-B6AE-8F4C92D2A49C}" srcOrd="0" destOrd="0" presId="urn:microsoft.com/office/officeart/2005/8/layout/hList2"/>
    <dgm:cxn modelId="{A941176B-1A4C-4A8C-A644-EF6028679C3D}" srcId="{1C81ED4D-2267-49E5-9AEB-AF03459793CB}" destId="{23F3AA98-FDF3-460B-BF52-9DB4BA2DAF37}" srcOrd="0" destOrd="0" parTransId="{2CEDE334-DA2D-4330-991A-28682C593CCD}" sibTransId="{B08FA7B6-3F79-449B-85FF-109E547BA752}"/>
    <dgm:cxn modelId="{69E1C880-F78D-4EBD-AD4D-8EDB9F4D2AD1}" type="presOf" srcId="{1C7F8B72-280B-4B9A-9D71-B7B5FA77D143}" destId="{659044B0-1746-4B1E-AB16-165AD01D086F}" srcOrd="0" destOrd="1" presId="urn:microsoft.com/office/officeart/2005/8/layout/hList2"/>
    <dgm:cxn modelId="{506A086A-EF3A-40C9-B605-DC938DD058E8}" srcId="{1C81ED4D-2267-49E5-9AEB-AF03459793CB}" destId="{C64D2E93-20DA-4E6E-8EDB-FFDC0F2BD3A0}" srcOrd="1" destOrd="0" parTransId="{FCA7F641-A9AF-464E-A772-545666F4CA5C}" sibTransId="{EAA4C6A1-19C4-4934-824E-8536C21A8C36}"/>
    <dgm:cxn modelId="{84AF62FE-41C8-4DEF-9952-30E110FFB1FE}" type="presOf" srcId="{C64D2E93-20DA-4E6E-8EDB-FFDC0F2BD3A0}" destId="{362259C3-1F5F-4551-8ABB-1A9B2F4C586C}" srcOrd="0" destOrd="0" presId="urn:microsoft.com/office/officeart/2005/8/layout/hList2"/>
    <dgm:cxn modelId="{B51812BC-583B-483B-A5A7-1ED77E8169BB}" type="presOf" srcId="{AD6AA386-6208-4F8A-89A6-62FB8231797B}" destId="{25335B55-CA03-4353-9031-560382603BB5}" srcOrd="0" destOrd="1" presId="urn:microsoft.com/office/officeart/2005/8/layout/hList2"/>
    <dgm:cxn modelId="{D1196795-E130-41F4-836D-F1A2E26DDAE3}" srcId="{9CC6EF57-6112-49B7-891B-97D131B38429}" destId="{B12C2970-F535-4D26-8FAD-2E99833DA9C2}" srcOrd="1" destOrd="0" parTransId="{EB194124-3B16-4266-9E48-CC7A32DEBEF4}" sibTransId="{D75C00C4-C9A3-4775-86C7-FEEDF7799DED}"/>
    <dgm:cxn modelId="{B3EA536C-D09C-4E12-8D94-4A18FC69FF5F}" srcId="{1C81ED4D-2267-49E5-9AEB-AF03459793CB}" destId="{9CC6EF57-6112-49B7-891B-97D131B38429}" srcOrd="2" destOrd="0" parTransId="{1D6BEA4C-58B4-46A9-AAAC-4A8160E6778A}" sibTransId="{C4DA9055-D636-43EB-B15C-752B4710E6C1}"/>
    <dgm:cxn modelId="{4C1A97D2-3B4E-4A58-8790-39153FBEE4B6}" srcId="{23F3AA98-FDF3-460B-BF52-9DB4BA2DAF37}" destId="{1C7F8B72-280B-4B9A-9D71-B7B5FA77D143}" srcOrd="1" destOrd="0" parTransId="{3C988BDF-D663-4C2B-A793-0B5E6C9BD9AD}" sibTransId="{787E7BDA-2DA0-4E4D-BB23-198EC1A59315}"/>
    <dgm:cxn modelId="{FA583555-5DA7-42F9-8256-3D2CE3C62D70}" type="presOf" srcId="{B12C2970-F535-4D26-8FAD-2E99833DA9C2}" destId="{2AFB69C8-DBF9-4A6E-B6AE-8F4C92D2A49C}" srcOrd="0" destOrd="1" presId="urn:microsoft.com/office/officeart/2005/8/layout/hList2"/>
    <dgm:cxn modelId="{CA485C3B-6ECA-41DE-A82C-45144C215BE3}" srcId="{C64D2E93-20DA-4E6E-8EDB-FFDC0F2BD3A0}" destId="{AD6AA386-6208-4F8A-89A6-62FB8231797B}" srcOrd="1" destOrd="0" parTransId="{F0D79E35-1D41-48E1-A382-98CB9ED68240}" sibTransId="{FBD8D2D5-A19E-4A4F-A6F5-76EA170D8C93}"/>
    <dgm:cxn modelId="{8D25EE86-F5DE-4DEA-9EA1-C8351FC4A8F9}" srcId="{9CC6EF57-6112-49B7-891B-97D131B38429}" destId="{4F1B7E71-E71C-4DA9-951C-A10CA871FB56}" srcOrd="0" destOrd="0" parTransId="{3E306C80-D189-4AAC-9B3A-815B9D82BE4C}" sibTransId="{3B565829-AAA3-407D-88A5-22B548C46489}"/>
    <dgm:cxn modelId="{1D9B5796-B6DE-4B8C-8A5F-8EE7AC500B18}" type="presOf" srcId="{23F3AA98-FDF3-460B-BF52-9DB4BA2DAF37}" destId="{8D5C634F-1231-4F90-98E6-3B5825D8E80E}" srcOrd="0" destOrd="0" presId="urn:microsoft.com/office/officeart/2005/8/layout/hList2"/>
    <dgm:cxn modelId="{A9703252-491A-4F5D-8707-BBD4FE63DCDE}" type="presOf" srcId="{9CC6EF57-6112-49B7-891B-97D131B38429}" destId="{30204133-4CA4-4DE9-A90E-FCCC6D175282}" srcOrd="0" destOrd="0" presId="urn:microsoft.com/office/officeart/2005/8/layout/hList2"/>
    <dgm:cxn modelId="{D5AD9730-51E6-4666-A57B-E8D8FF7859DC}" type="presOf" srcId="{1C81ED4D-2267-49E5-9AEB-AF03459793CB}" destId="{EDB40A52-3E0B-4D87-BF12-A9E591942F63}" srcOrd="0" destOrd="0" presId="urn:microsoft.com/office/officeart/2005/8/layout/hList2"/>
    <dgm:cxn modelId="{4B802E25-71F6-4BCD-A5BF-E9D0F48D3F56}" type="presOf" srcId="{A6AF6F4A-733F-4F4E-B8D9-22420FEF6CC1}" destId="{25335B55-CA03-4353-9031-560382603BB5}" srcOrd="0" destOrd="0" presId="urn:microsoft.com/office/officeart/2005/8/layout/hList2"/>
    <dgm:cxn modelId="{CC8C0A5F-2E6E-45D8-8887-528BE73DFB6B}" type="presOf" srcId="{C248C149-1092-4777-90B1-00E8FB1EB74E}" destId="{659044B0-1746-4B1E-AB16-165AD01D086F}" srcOrd="0" destOrd="0" presId="urn:microsoft.com/office/officeart/2005/8/layout/hList2"/>
    <dgm:cxn modelId="{DA57DF9F-B081-45FA-A7BC-0B7A1FC9899F}" srcId="{23F3AA98-FDF3-460B-BF52-9DB4BA2DAF37}" destId="{C248C149-1092-4777-90B1-00E8FB1EB74E}" srcOrd="0" destOrd="0" parTransId="{C1E6DC8D-B66F-48B0-8A22-42DDEEFB4EEB}" sibTransId="{F09FCD12-DD46-49D1-AAC5-814338C1FE33}"/>
    <dgm:cxn modelId="{49C434A0-EFFA-470A-886A-56992AF6F72F}" srcId="{C64D2E93-20DA-4E6E-8EDB-FFDC0F2BD3A0}" destId="{A6AF6F4A-733F-4F4E-B8D9-22420FEF6CC1}" srcOrd="0" destOrd="0" parTransId="{41D3AE8A-B0D9-4AD2-8685-BF4475C3D885}" sibTransId="{180582F0-1B6B-4C01-A246-DDA65F34AFEB}"/>
    <dgm:cxn modelId="{28173F59-6C50-44E5-BF22-8E39A6FE4707}" type="presParOf" srcId="{EDB40A52-3E0B-4D87-BF12-A9E591942F63}" destId="{A1602149-6132-4A4C-8F7D-589AFE4CE8C4}" srcOrd="0" destOrd="0" presId="urn:microsoft.com/office/officeart/2005/8/layout/hList2"/>
    <dgm:cxn modelId="{F3011D54-D736-47A6-92E6-F5E86AB95FAD}" type="presParOf" srcId="{A1602149-6132-4A4C-8F7D-589AFE4CE8C4}" destId="{4DE21135-FB18-486A-B4B3-18301676797C}" srcOrd="0" destOrd="0" presId="urn:microsoft.com/office/officeart/2005/8/layout/hList2"/>
    <dgm:cxn modelId="{CF0921DA-B1D3-41D8-9583-933A31A0255F}" type="presParOf" srcId="{A1602149-6132-4A4C-8F7D-589AFE4CE8C4}" destId="{659044B0-1746-4B1E-AB16-165AD01D086F}" srcOrd="1" destOrd="0" presId="urn:microsoft.com/office/officeart/2005/8/layout/hList2"/>
    <dgm:cxn modelId="{5B652D88-B4E4-497D-9DDA-882F1C374F3C}" type="presParOf" srcId="{A1602149-6132-4A4C-8F7D-589AFE4CE8C4}" destId="{8D5C634F-1231-4F90-98E6-3B5825D8E80E}" srcOrd="2" destOrd="0" presId="urn:microsoft.com/office/officeart/2005/8/layout/hList2"/>
    <dgm:cxn modelId="{BCB6037B-A479-48ED-880B-9E1339532E92}" type="presParOf" srcId="{EDB40A52-3E0B-4D87-BF12-A9E591942F63}" destId="{D9EDFD68-7A22-4089-983D-FFA0F0D86063}" srcOrd="1" destOrd="0" presId="urn:microsoft.com/office/officeart/2005/8/layout/hList2"/>
    <dgm:cxn modelId="{63E67D87-2402-46CE-8D41-0FB936A2DCFE}" type="presParOf" srcId="{EDB40A52-3E0B-4D87-BF12-A9E591942F63}" destId="{F9F2BC3A-D2D2-44A1-B0A1-BCB5BEF222D3}" srcOrd="2" destOrd="0" presId="urn:microsoft.com/office/officeart/2005/8/layout/hList2"/>
    <dgm:cxn modelId="{D0FF9B6B-127D-4448-B041-41EF8928A249}" type="presParOf" srcId="{F9F2BC3A-D2D2-44A1-B0A1-BCB5BEF222D3}" destId="{168EB16A-ABAA-4D5F-90CA-8B8D01C89960}" srcOrd="0" destOrd="0" presId="urn:microsoft.com/office/officeart/2005/8/layout/hList2"/>
    <dgm:cxn modelId="{CF0976AC-D743-467B-B507-D2AAA6E76AD2}" type="presParOf" srcId="{F9F2BC3A-D2D2-44A1-B0A1-BCB5BEF222D3}" destId="{25335B55-CA03-4353-9031-560382603BB5}" srcOrd="1" destOrd="0" presId="urn:microsoft.com/office/officeart/2005/8/layout/hList2"/>
    <dgm:cxn modelId="{37270E22-880A-45EB-A005-8014AE3B4E80}" type="presParOf" srcId="{F9F2BC3A-D2D2-44A1-B0A1-BCB5BEF222D3}" destId="{362259C3-1F5F-4551-8ABB-1A9B2F4C586C}" srcOrd="2" destOrd="0" presId="urn:microsoft.com/office/officeart/2005/8/layout/hList2"/>
    <dgm:cxn modelId="{A019814D-8277-4D7C-A336-33266AA458E3}" type="presParOf" srcId="{EDB40A52-3E0B-4D87-BF12-A9E591942F63}" destId="{4841ED0C-F3EA-46BB-BF22-828DD07DBC9A}" srcOrd="3" destOrd="0" presId="urn:microsoft.com/office/officeart/2005/8/layout/hList2"/>
    <dgm:cxn modelId="{07FE612E-221F-476A-A482-38F2CE991967}" type="presParOf" srcId="{EDB40A52-3E0B-4D87-BF12-A9E591942F63}" destId="{08BE55F2-36EB-4ED7-87CC-A367E3FC669A}" srcOrd="4" destOrd="0" presId="urn:microsoft.com/office/officeart/2005/8/layout/hList2"/>
    <dgm:cxn modelId="{417360C7-9D77-45CD-B728-4A2A70693803}" type="presParOf" srcId="{08BE55F2-36EB-4ED7-87CC-A367E3FC669A}" destId="{C6421A59-7C29-45BA-837A-8191BA0E71CB}" srcOrd="0" destOrd="0" presId="urn:microsoft.com/office/officeart/2005/8/layout/hList2"/>
    <dgm:cxn modelId="{8D49FE01-D3D3-48E9-ADA3-CA776DFF65D4}" type="presParOf" srcId="{08BE55F2-36EB-4ED7-87CC-A367E3FC669A}" destId="{2AFB69C8-DBF9-4A6E-B6AE-8F4C92D2A49C}" srcOrd="1" destOrd="0" presId="urn:microsoft.com/office/officeart/2005/8/layout/hList2"/>
    <dgm:cxn modelId="{76FC48B1-6B7F-41B4-9350-7A2EA25C26FD}" type="presParOf" srcId="{08BE55F2-36EB-4ED7-87CC-A367E3FC669A}" destId="{30204133-4CA4-4DE9-A90E-FCCC6D175282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06F9E-BF72-4F57-A650-8E030DCA0F29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C4CF4-4D78-4B85-BFC8-42709E2683AE}">
      <dsp:nvSpPr>
        <dsp:cNvPr id="0" name=""/>
        <dsp:cNvSpPr/>
      </dsp:nvSpPr>
      <dsp:spPr>
        <a:xfrm>
          <a:off x="115" y="0"/>
          <a:ext cx="461649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2020-2021-ci tədris ilinin əvvəlində məktəbdə 1-4 cü siniflər üzrə 26 sinif, 5-9-cu siniflər üzrə 33 sinif, 10-11-ci siniflər üzrə 8 sinif mövcud olmuşdur. Məktəb üzrə ümumi sinif sayı 67 olmuşdur. Ümumi şagird sayı 1604 nəfər olmuşdur.</a:t>
          </a:r>
          <a:endParaRPr lang="en-US" sz="1700" kern="1200"/>
        </a:p>
      </dsp:txBody>
      <dsp:txXfrm>
        <a:off x="115" y="0"/>
        <a:ext cx="4616492" cy="1740535"/>
      </dsp:txXfrm>
    </dsp:sp>
    <dsp:sp modelId="{DF2C5943-87CF-4759-A102-DF808B8C88EE}">
      <dsp:nvSpPr>
        <dsp:cNvPr id="0" name=""/>
        <dsp:cNvSpPr/>
      </dsp:nvSpPr>
      <dsp:spPr>
        <a:xfrm>
          <a:off x="2090794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18F2-EAFA-4490-880D-1562A78DDDDC}">
      <dsp:nvSpPr>
        <dsp:cNvPr id="0" name=""/>
        <dsp:cNvSpPr/>
      </dsp:nvSpPr>
      <dsp:spPr>
        <a:xfrm>
          <a:off x="4847432" y="2610802"/>
          <a:ext cx="461649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Tədris ilinin sonunda məktəbdə1-4-cü siniflər üzrə 26 sinif, 5-9-cu siniflər üzrə 14 sinif, 10-11-ci siniflər üzrə 8 sinif mövcud olmuşdur.Məktəb üzrə ümumi sinif sayı 67 olmuşdur.Ümumi şagird sayı 1537 nəfər olmuşdur.</a:t>
          </a:r>
          <a:endParaRPr lang="en-US" sz="1700" kern="1200"/>
        </a:p>
      </dsp:txBody>
      <dsp:txXfrm>
        <a:off x="4847432" y="2610802"/>
        <a:ext cx="4616492" cy="1740535"/>
      </dsp:txXfrm>
    </dsp:sp>
    <dsp:sp modelId="{5E4EF72A-E84E-46A7-B723-44F5A9E3770C}">
      <dsp:nvSpPr>
        <dsp:cNvPr id="0" name=""/>
        <dsp:cNvSpPr/>
      </dsp:nvSpPr>
      <dsp:spPr>
        <a:xfrm>
          <a:off x="693811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C634F-1231-4F90-98E6-3B5825D8E80E}">
      <dsp:nvSpPr>
        <dsp:cNvPr id="0" name=""/>
        <dsp:cNvSpPr/>
      </dsp:nvSpPr>
      <dsp:spPr>
        <a:xfrm rot="16200000">
          <a:off x="-1383004" y="2256453"/>
          <a:ext cx="3394043" cy="504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295" bIns="0" numCol="1" spcCol="1270" anchor="t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z-Latn-AZ" sz="3600" kern="1200" dirty="0" smtClean="0"/>
            <a:t>Ana dili</a:t>
          </a:r>
          <a:endParaRPr lang="en-US" sz="3600" kern="1200" dirty="0"/>
        </a:p>
      </dsp:txBody>
      <dsp:txXfrm>
        <a:off x="-1383004" y="2256453"/>
        <a:ext cx="3394043" cy="504901"/>
      </dsp:txXfrm>
    </dsp:sp>
    <dsp:sp modelId="{659044B0-1746-4B1E-AB16-165AD01D086F}">
      <dsp:nvSpPr>
        <dsp:cNvPr id="0" name=""/>
        <dsp:cNvSpPr/>
      </dsp:nvSpPr>
      <dsp:spPr>
        <a:xfrm>
          <a:off x="566467" y="811881"/>
          <a:ext cx="2514943" cy="3394043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445295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Keyfiyyət faizi-47%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Müvəffəqiyyət faizi-78%</a:t>
          </a:r>
          <a:endParaRPr lang="en-US" sz="2400" kern="1200" dirty="0"/>
        </a:p>
      </dsp:txBody>
      <dsp:txXfrm>
        <a:off x="566467" y="811881"/>
        <a:ext cx="2514943" cy="3394043"/>
      </dsp:txXfrm>
    </dsp:sp>
    <dsp:sp modelId="{4DE21135-FB18-486A-B4B3-18301676797C}">
      <dsp:nvSpPr>
        <dsp:cNvPr id="0" name=""/>
        <dsp:cNvSpPr/>
      </dsp:nvSpPr>
      <dsp:spPr>
        <a:xfrm>
          <a:off x="61566" y="145412"/>
          <a:ext cx="1009802" cy="100980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259C3-1F5F-4551-8ABB-1A9B2F4C586C}">
      <dsp:nvSpPr>
        <dsp:cNvPr id="0" name=""/>
        <dsp:cNvSpPr/>
      </dsp:nvSpPr>
      <dsp:spPr>
        <a:xfrm rot="16200000">
          <a:off x="2303306" y="2256453"/>
          <a:ext cx="3394043" cy="504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295" bIns="0" numCol="1" spcCol="1270" anchor="t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z-Latn-AZ" sz="3600" kern="1200" dirty="0" smtClean="0"/>
            <a:t>Riyaziyyat</a:t>
          </a:r>
          <a:endParaRPr lang="en-US" sz="3600" kern="1200" dirty="0"/>
        </a:p>
      </dsp:txBody>
      <dsp:txXfrm>
        <a:off x="2303306" y="2256453"/>
        <a:ext cx="3394043" cy="504901"/>
      </dsp:txXfrm>
    </dsp:sp>
    <dsp:sp modelId="{25335B55-CA03-4353-9031-560382603BB5}">
      <dsp:nvSpPr>
        <dsp:cNvPr id="0" name=""/>
        <dsp:cNvSpPr/>
      </dsp:nvSpPr>
      <dsp:spPr>
        <a:xfrm>
          <a:off x="4252779" y="811881"/>
          <a:ext cx="2514943" cy="3394043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445295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Keyfiyyət faizi-35%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Müvəffəqiyyət faizi-73%</a:t>
          </a:r>
          <a:endParaRPr lang="en-US" sz="2400" kern="1200" dirty="0"/>
        </a:p>
      </dsp:txBody>
      <dsp:txXfrm>
        <a:off x="4252779" y="811881"/>
        <a:ext cx="2514943" cy="3394043"/>
      </dsp:txXfrm>
    </dsp:sp>
    <dsp:sp modelId="{168EB16A-ABAA-4D5F-90CA-8B8D01C89960}">
      <dsp:nvSpPr>
        <dsp:cNvPr id="0" name=""/>
        <dsp:cNvSpPr/>
      </dsp:nvSpPr>
      <dsp:spPr>
        <a:xfrm>
          <a:off x="3747877" y="145412"/>
          <a:ext cx="1009802" cy="100980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04133-4CA4-4DE9-A90E-FCCC6D175282}">
      <dsp:nvSpPr>
        <dsp:cNvPr id="0" name=""/>
        <dsp:cNvSpPr/>
      </dsp:nvSpPr>
      <dsp:spPr>
        <a:xfrm rot="16200000">
          <a:off x="5989618" y="2256453"/>
          <a:ext cx="3394043" cy="504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295" bIns="0" numCol="1" spcCol="1270" anchor="t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z-Latn-AZ" sz="3600" kern="1200" dirty="0" smtClean="0"/>
            <a:t>Rus dili</a:t>
          </a:r>
          <a:endParaRPr lang="en-US" sz="3600" kern="1200" dirty="0"/>
        </a:p>
      </dsp:txBody>
      <dsp:txXfrm>
        <a:off x="5989618" y="2256453"/>
        <a:ext cx="3394043" cy="504901"/>
      </dsp:txXfrm>
    </dsp:sp>
    <dsp:sp modelId="{2AFB69C8-DBF9-4A6E-B6AE-8F4C92D2A49C}">
      <dsp:nvSpPr>
        <dsp:cNvPr id="0" name=""/>
        <dsp:cNvSpPr/>
      </dsp:nvSpPr>
      <dsp:spPr>
        <a:xfrm>
          <a:off x="7939090" y="811881"/>
          <a:ext cx="2514943" cy="339404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445295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Keyfiyyət faizi-41%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z-Latn-AZ" sz="2400" kern="1200" dirty="0" smtClean="0"/>
            <a:t>Müvəffəqiyyət faizi-69%</a:t>
          </a:r>
          <a:endParaRPr lang="en-US" sz="2400" kern="1200" dirty="0"/>
        </a:p>
      </dsp:txBody>
      <dsp:txXfrm>
        <a:off x="7939090" y="811881"/>
        <a:ext cx="2514943" cy="3394043"/>
      </dsp:txXfrm>
    </dsp:sp>
    <dsp:sp modelId="{C6421A59-7C29-45BA-837A-8191BA0E71CB}">
      <dsp:nvSpPr>
        <dsp:cNvPr id="0" name=""/>
        <dsp:cNvSpPr/>
      </dsp:nvSpPr>
      <dsp:spPr>
        <a:xfrm>
          <a:off x="7434189" y="145412"/>
          <a:ext cx="1009802" cy="100980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6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1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8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6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6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2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7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8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856FF-016C-49E8-96C8-A7F44466DFA7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BFB08-E1A5-448B-9A1D-9F3E8260E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</a:t>
            </a:r>
            <a:r>
              <a:rPr lang="az-Latn-AZ" dirty="0" smtClean="0"/>
              <a:t>nəqədi rayonu Həsən Cəbrayılov adına 99 N-li tam orta məktəb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82938" y="4929446"/>
            <a:ext cx="3785062" cy="897776"/>
          </a:xfrm>
        </p:spPr>
        <p:txBody>
          <a:bodyPr>
            <a:normAutofit/>
          </a:bodyPr>
          <a:lstStyle/>
          <a:p>
            <a:r>
              <a:rPr lang="az-Latn-AZ" dirty="0" smtClean="0"/>
              <a:t>Məruzəçi məktəb direktoru Ofelya Məmmədova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57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</a:t>
            </a:r>
            <a:r>
              <a:rPr lang="az-Latn-AZ" dirty="0"/>
              <a:t>nəqədi rayonu Həsən Cəbrayılov adına 99 N-li tam orta məktəb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z-Latn-AZ" dirty="0" smtClean="0"/>
              <a:t>Məktəb 1962-ci ildə inşa olunub.2 korpusdan ibarətdir.2006-cı ildə ibtidai siniflər üçün 16 sinif otağından ibarət korpus inşa edilmişdi.2007-ci ildə məktəb əsaslı təmir olunmuşdu,</a:t>
            </a:r>
          </a:p>
        </p:txBody>
      </p:sp>
    </p:spTree>
    <p:extLst>
      <p:ext uri="{BB962C8B-B14F-4D97-AF65-F5344CB8AC3E}">
        <p14:creationId xmlns:p14="http://schemas.microsoft.com/office/powerpoint/2010/main" val="362042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Şagird kontingenti və sinif komplekti 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76271607" y="0"/>
            <a:ext cx="48846360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1867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24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az-Latn-AZ" dirty="0" smtClean="0"/>
              <a:t>Kadrlar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18636"/>
              </p:ext>
            </p:extLst>
          </p:nvPr>
        </p:nvGraphicFramePr>
        <p:xfrm>
          <a:off x="1397726" y="1306286"/>
          <a:ext cx="8438606" cy="2658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303">
                  <a:extLst>
                    <a:ext uri="{9D8B030D-6E8A-4147-A177-3AD203B41FA5}">
                      <a16:colId xmlns:a16="http://schemas.microsoft.com/office/drawing/2014/main" val="1347121082"/>
                    </a:ext>
                  </a:extLst>
                </a:gridCol>
                <a:gridCol w="4219303">
                  <a:extLst>
                    <a:ext uri="{9D8B030D-6E8A-4147-A177-3AD203B41FA5}">
                      <a16:colId xmlns:a16="http://schemas.microsoft.com/office/drawing/2014/main" val="4107740115"/>
                    </a:ext>
                  </a:extLst>
                </a:gridCol>
              </a:tblGrid>
              <a:tr h="555310">
                <a:tc>
                  <a:txBody>
                    <a:bodyPr/>
                    <a:lstStyle/>
                    <a:p>
                      <a:r>
                        <a:rPr lang="az-Latn-AZ" dirty="0" smtClean="0"/>
                        <a:t>Yaş</a:t>
                      </a:r>
                      <a:r>
                        <a:rPr lang="az-Latn-AZ" baseline="0" dirty="0" smtClean="0"/>
                        <a:t> tərkibi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say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44310"/>
                  </a:ext>
                </a:extLst>
              </a:tr>
              <a:tr h="210117">
                <a:tc>
                  <a:txBody>
                    <a:bodyPr/>
                    <a:lstStyle/>
                    <a:p>
                      <a:r>
                        <a:rPr lang="az-Latn-AZ" dirty="0" smtClean="0"/>
                        <a:t>35 yaşa qədər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666193"/>
                  </a:ext>
                </a:extLst>
              </a:tr>
              <a:tr h="210117">
                <a:tc>
                  <a:txBody>
                    <a:bodyPr/>
                    <a:lstStyle/>
                    <a:p>
                      <a:r>
                        <a:rPr lang="az-Latn-AZ" dirty="0" smtClean="0"/>
                        <a:t>30-50 yaşa qədər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552279"/>
                  </a:ext>
                </a:extLst>
              </a:tr>
              <a:tr h="210117">
                <a:tc>
                  <a:txBody>
                    <a:bodyPr/>
                    <a:lstStyle/>
                    <a:p>
                      <a:r>
                        <a:rPr lang="az-Latn-AZ" dirty="0" smtClean="0"/>
                        <a:t>50-60 yaşa</a:t>
                      </a:r>
                      <a:r>
                        <a:rPr lang="az-Latn-AZ" baseline="0" dirty="0" smtClean="0"/>
                        <a:t> qədər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66396"/>
                  </a:ext>
                </a:extLst>
              </a:tr>
              <a:tr h="367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z-Latn-AZ" dirty="0" smtClean="0"/>
                        <a:t>60-65 yaşa</a:t>
                      </a:r>
                      <a:r>
                        <a:rPr lang="az-Latn-AZ" baseline="0" dirty="0" smtClean="0"/>
                        <a:t> qədər 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014752"/>
                  </a:ext>
                </a:extLst>
              </a:tr>
              <a:tr h="210117">
                <a:tc>
                  <a:txBody>
                    <a:bodyPr/>
                    <a:lstStyle/>
                    <a:p>
                      <a:r>
                        <a:rPr lang="az-Latn-AZ" dirty="0" smtClean="0"/>
                        <a:t>65 yaşdan yuxarı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85147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31086"/>
              </p:ext>
            </p:extLst>
          </p:nvPr>
        </p:nvGraphicFramePr>
        <p:xfrm>
          <a:off x="1553028" y="3964715"/>
          <a:ext cx="607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20">
                  <a:extLst>
                    <a:ext uri="{9D8B030D-6E8A-4147-A177-3AD203B41FA5}">
                      <a16:colId xmlns:a16="http://schemas.microsoft.com/office/drawing/2014/main" val="2742278219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401372173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184943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604297777"/>
                    </a:ext>
                  </a:extLst>
                </a:gridCol>
              </a:tblGrid>
              <a:tr h="619062">
                <a:tc>
                  <a:txBody>
                    <a:bodyPr/>
                    <a:lstStyle/>
                    <a:p>
                      <a:r>
                        <a:rPr lang="az-Latn-AZ" dirty="0" smtClean="0"/>
                        <a:t>İxtisas üzrə</a:t>
                      </a:r>
                    </a:p>
                    <a:p>
                      <a:r>
                        <a:rPr lang="az-Latn-AZ" dirty="0" smtClean="0"/>
                        <a:t>bal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Metodika üzrə 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5883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r>
                        <a:rPr lang="az-Latn-AZ" dirty="0" smtClean="0"/>
                        <a:t>10-20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0-10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831389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r>
                        <a:rPr lang="az-Latn-AZ" dirty="0" smtClean="0"/>
                        <a:t>20-30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0-20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157272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r>
                        <a:rPr lang="az-Latn-AZ" dirty="0" smtClean="0"/>
                        <a:t>30-40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30993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577642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2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7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18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1.Tədris pedaqoji prosesin idarə edilməsi və metodiki işin təşkili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z-Latn-AZ" dirty="0" smtClean="0"/>
              <a:t>Azərbaycan Respublikasının Prezidentinin fərman və sərəncamlarının,</a:t>
            </a:r>
          </a:p>
          <a:p>
            <a:r>
              <a:rPr lang="az-Latn-AZ" dirty="0" smtClean="0"/>
              <a:t>Nazirlər kabinetinin qərar və sərəncamlarının,</a:t>
            </a:r>
          </a:p>
          <a:p>
            <a:r>
              <a:rPr lang="az-Latn-AZ" dirty="0" smtClean="0"/>
              <a:t>Təhsil Nazirliyinin,BŞTİ-nin əmr və sərəncamlarınının icrası istiqamətində görülən işlər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2.Məktəbdə tətbiq olunan layihələrin nəticələri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6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0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89" y="328247"/>
            <a:ext cx="11085689" cy="1019907"/>
          </a:xfrm>
        </p:spPr>
        <p:txBody>
          <a:bodyPr>
            <a:noAutofit/>
          </a:bodyPr>
          <a:lstStyle/>
          <a:p>
            <a:r>
              <a:rPr lang="az-Latn-AZ" sz="2400" b="1" dirty="0" smtClean="0"/>
              <a:t>İbtidai siniflər üzrə </a:t>
            </a:r>
            <a:r>
              <a:rPr lang="az-Latn-AZ" sz="2400" b="1" dirty="0"/>
              <a:t>Ümumtəhsil dövlət standartları sənədində ibtidai sinif səviyyəsində şagirdlərin  təlim nəticələrinə uyğunluğunun </a:t>
            </a:r>
            <a:r>
              <a:rPr lang="az-Latn-AZ" sz="2400" b="1" dirty="0" smtClean="0"/>
              <a:t>təhlili.Şagirdlərin </a:t>
            </a:r>
            <a:r>
              <a:rPr lang="az-Latn-AZ" sz="2400" b="1" dirty="0"/>
              <a:t>təlim nəticələrinin statistik göstəriciləri</a:t>
            </a:r>
            <a:endParaRPr lang="en-US" sz="2400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962919"/>
              </p:ext>
            </p:extLst>
          </p:nvPr>
        </p:nvGraphicFramePr>
        <p:xfrm>
          <a:off x="519288" y="1825625"/>
          <a:ext cx="11063112" cy="347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5778">
                  <a:extLst>
                    <a:ext uri="{9D8B030D-6E8A-4147-A177-3AD203B41FA5}">
                      <a16:colId xmlns:a16="http://schemas.microsoft.com/office/drawing/2014/main" val="4026418370"/>
                    </a:ext>
                  </a:extLst>
                </a:gridCol>
                <a:gridCol w="2765778">
                  <a:extLst>
                    <a:ext uri="{9D8B030D-6E8A-4147-A177-3AD203B41FA5}">
                      <a16:colId xmlns:a16="http://schemas.microsoft.com/office/drawing/2014/main" val="2762455456"/>
                    </a:ext>
                  </a:extLst>
                </a:gridCol>
                <a:gridCol w="2765778">
                  <a:extLst>
                    <a:ext uri="{9D8B030D-6E8A-4147-A177-3AD203B41FA5}">
                      <a16:colId xmlns:a16="http://schemas.microsoft.com/office/drawing/2014/main" val="1914882587"/>
                    </a:ext>
                  </a:extLst>
                </a:gridCol>
                <a:gridCol w="2765778">
                  <a:extLst>
                    <a:ext uri="{9D8B030D-6E8A-4147-A177-3AD203B41FA5}">
                      <a16:colId xmlns:a16="http://schemas.microsoft.com/office/drawing/2014/main" val="667585157"/>
                    </a:ext>
                  </a:extLst>
                </a:gridCol>
              </a:tblGrid>
              <a:tr h="868302">
                <a:tc>
                  <a:txBody>
                    <a:bodyPr/>
                    <a:lstStyle/>
                    <a:p>
                      <a:r>
                        <a:rPr lang="az-Latn-AZ" dirty="0" smtClean="0"/>
                        <a:t>Fənnlər üzrə keyfiyyət faizi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II siniflər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III siniflər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IV siniflər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19781"/>
                  </a:ext>
                </a:extLst>
              </a:tr>
              <a:tr h="868302">
                <a:tc>
                  <a:txBody>
                    <a:bodyPr/>
                    <a:lstStyle/>
                    <a:p>
                      <a:r>
                        <a:rPr lang="az-Latn-AZ" dirty="0" smtClean="0"/>
                        <a:t>Azərbaycan</a:t>
                      </a:r>
                      <a:r>
                        <a:rPr lang="az-Latn-AZ" baseline="0" dirty="0" smtClean="0"/>
                        <a:t> dili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78%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86%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64%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98897"/>
                  </a:ext>
                </a:extLst>
              </a:tr>
              <a:tr h="868302">
                <a:tc>
                  <a:txBody>
                    <a:bodyPr/>
                    <a:lstStyle/>
                    <a:p>
                      <a:r>
                        <a:rPr lang="az-Latn-AZ" dirty="0" smtClean="0"/>
                        <a:t>Riyaziyyat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70%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55%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01277"/>
                  </a:ext>
                </a:extLst>
              </a:tr>
              <a:tr h="868302">
                <a:tc>
                  <a:txBody>
                    <a:bodyPr/>
                    <a:lstStyle/>
                    <a:p>
                      <a:r>
                        <a:rPr lang="az-Latn-AZ" dirty="0" smtClean="0"/>
                        <a:t>Xarici</a:t>
                      </a:r>
                      <a:r>
                        <a:rPr lang="az-Latn-AZ" baseline="0" dirty="0" smtClean="0"/>
                        <a:t> dil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66%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57%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49%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125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9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Ümumi orta təhsil səviyyəsində fənnlər üzrə şagirdlərin təlim nəticələrinin təhlili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Məktəbdə</a:t>
            </a:r>
            <a:r>
              <a:rPr lang="en-US" dirty="0"/>
              <a:t> IX </a:t>
            </a:r>
            <a:r>
              <a:rPr lang="en-US" dirty="0" err="1"/>
              <a:t>siniflər</a:t>
            </a:r>
            <a:r>
              <a:rPr lang="en-US" dirty="0"/>
              <a:t> </a:t>
            </a:r>
            <a:r>
              <a:rPr lang="en-US" dirty="0" err="1"/>
              <a:t>üzrə</a:t>
            </a:r>
            <a:r>
              <a:rPr lang="en-US" dirty="0"/>
              <a:t> 7 </a:t>
            </a:r>
            <a:r>
              <a:rPr lang="en-US" dirty="0" err="1"/>
              <a:t>sinifdə</a:t>
            </a:r>
            <a:r>
              <a:rPr lang="en-US" dirty="0"/>
              <a:t> 144 </a:t>
            </a:r>
            <a:r>
              <a:rPr lang="en-US" dirty="0" err="1"/>
              <a:t>şagird</a:t>
            </a:r>
            <a:r>
              <a:rPr lang="en-US" dirty="0"/>
              <a:t> </a:t>
            </a:r>
            <a:r>
              <a:rPr lang="en-US" dirty="0" err="1"/>
              <a:t>təhsil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mart </a:t>
            </a:r>
            <a:r>
              <a:rPr lang="en-US" dirty="0" err="1"/>
              <a:t>ayında</a:t>
            </a:r>
            <a:r>
              <a:rPr lang="en-US" dirty="0"/>
              <a:t> Ana </a:t>
            </a:r>
            <a:r>
              <a:rPr lang="en-US" dirty="0" err="1"/>
              <a:t>dili</a:t>
            </a:r>
            <a:r>
              <a:rPr lang="en-US" dirty="0"/>
              <a:t>, </a:t>
            </a:r>
            <a:r>
              <a:rPr lang="en-US" dirty="0" err="1"/>
              <a:t>riyaziyyat</a:t>
            </a:r>
            <a:r>
              <a:rPr lang="en-US" dirty="0"/>
              <a:t>, </a:t>
            </a:r>
            <a:r>
              <a:rPr lang="en-US" dirty="0" err="1"/>
              <a:t>rus</a:t>
            </a:r>
            <a:r>
              <a:rPr lang="en-US" dirty="0"/>
              <a:t> </a:t>
            </a:r>
            <a:r>
              <a:rPr lang="en-US" dirty="0" err="1"/>
              <a:t>dili</a:t>
            </a:r>
            <a:r>
              <a:rPr lang="en-US" dirty="0"/>
              <a:t> </a:t>
            </a:r>
            <a:r>
              <a:rPr lang="en-US" dirty="0" err="1"/>
              <a:t>fənləri</a:t>
            </a:r>
            <a:r>
              <a:rPr lang="en-US" dirty="0"/>
              <a:t> </a:t>
            </a:r>
            <a:r>
              <a:rPr lang="en-US" dirty="0" err="1"/>
              <a:t>üzrə</a:t>
            </a:r>
            <a:r>
              <a:rPr lang="en-US" dirty="0"/>
              <a:t> </a:t>
            </a:r>
            <a:r>
              <a:rPr lang="en-US" dirty="0" err="1"/>
              <a:t>monitorinq</a:t>
            </a:r>
            <a:r>
              <a:rPr lang="en-US" dirty="0"/>
              <a:t> </a:t>
            </a:r>
            <a:r>
              <a:rPr lang="en-US" dirty="0" err="1"/>
              <a:t>aparılmışdı</a:t>
            </a:r>
            <a:r>
              <a:rPr lang="en-US" dirty="0"/>
              <a:t>. </a:t>
            </a:r>
            <a:r>
              <a:rPr lang="en-US" dirty="0" err="1"/>
              <a:t>Monitorinqdə</a:t>
            </a:r>
            <a:r>
              <a:rPr lang="en-US" dirty="0"/>
              <a:t> 144 </a:t>
            </a:r>
            <a:r>
              <a:rPr lang="en-US" dirty="0" err="1"/>
              <a:t>şagirddən</a:t>
            </a:r>
            <a:r>
              <a:rPr lang="en-US" dirty="0"/>
              <a:t> 134 </a:t>
            </a:r>
            <a:r>
              <a:rPr lang="en-US" dirty="0" err="1"/>
              <a:t>şagird</a:t>
            </a:r>
            <a:r>
              <a:rPr lang="en-US" dirty="0"/>
              <a:t> </a:t>
            </a:r>
            <a:r>
              <a:rPr lang="en-US" dirty="0" err="1"/>
              <a:t>iştirak</a:t>
            </a:r>
            <a:r>
              <a:rPr lang="en-US" dirty="0"/>
              <a:t> </a:t>
            </a:r>
            <a:r>
              <a:rPr lang="en-US" dirty="0" err="1"/>
              <a:t>etmişdir</a:t>
            </a:r>
            <a:r>
              <a:rPr lang="en-US" dirty="0"/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41594"/>
              </p:ext>
            </p:extLst>
          </p:nvPr>
        </p:nvGraphicFramePr>
        <p:xfrm>
          <a:off x="838199" y="3635021"/>
          <a:ext cx="8892824" cy="2789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232">
                  <a:extLst>
                    <a:ext uri="{9D8B030D-6E8A-4147-A177-3AD203B41FA5}">
                      <a16:colId xmlns:a16="http://schemas.microsoft.com/office/drawing/2014/main" val="795037902"/>
                    </a:ext>
                  </a:extLst>
                </a:gridCol>
                <a:gridCol w="1885898">
                  <a:extLst>
                    <a:ext uri="{9D8B030D-6E8A-4147-A177-3AD203B41FA5}">
                      <a16:colId xmlns:a16="http://schemas.microsoft.com/office/drawing/2014/main" val="2801856759"/>
                    </a:ext>
                  </a:extLst>
                </a:gridCol>
                <a:gridCol w="1885898">
                  <a:extLst>
                    <a:ext uri="{9D8B030D-6E8A-4147-A177-3AD203B41FA5}">
                      <a16:colId xmlns:a16="http://schemas.microsoft.com/office/drawing/2014/main" val="2836822284"/>
                    </a:ext>
                  </a:extLst>
                </a:gridCol>
                <a:gridCol w="1885898">
                  <a:extLst>
                    <a:ext uri="{9D8B030D-6E8A-4147-A177-3AD203B41FA5}">
                      <a16:colId xmlns:a16="http://schemas.microsoft.com/office/drawing/2014/main" val="2528292945"/>
                    </a:ext>
                  </a:extLst>
                </a:gridCol>
                <a:gridCol w="1885898">
                  <a:extLst>
                    <a:ext uri="{9D8B030D-6E8A-4147-A177-3AD203B41FA5}">
                      <a16:colId xmlns:a16="http://schemas.microsoft.com/office/drawing/2014/main" val="2226917179"/>
                    </a:ext>
                  </a:extLst>
                </a:gridCol>
              </a:tblGrid>
              <a:tr h="645951">
                <a:tc>
                  <a:txBody>
                    <a:bodyPr/>
                    <a:lstStyle/>
                    <a:p>
                      <a:r>
                        <a:rPr lang="az-Latn-AZ" dirty="0" smtClean="0"/>
                        <a:t>Fənnlər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«2»qiymət alanalar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«5» qiymət alanalar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z-Latn-AZ" dirty="0" smtClean="0"/>
                        <a:t>Hər üç fənndən «2»qiymət alanalar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z-Latn-AZ" dirty="0" smtClean="0"/>
                        <a:t>Hər üç fənndən «5»qiymət alanalar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468963"/>
                  </a:ext>
                </a:extLst>
              </a:tr>
              <a:tr h="533513">
                <a:tc>
                  <a:txBody>
                    <a:bodyPr/>
                    <a:lstStyle/>
                    <a:p>
                      <a:r>
                        <a:rPr lang="az-Latn-AZ" dirty="0" smtClean="0"/>
                        <a:t>Ana</a:t>
                      </a:r>
                      <a:r>
                        <a:rPr lang="az-Latn-AZ" baseline="0" dirty="0" smtClean="0"/>
                        <a:t> dili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77323"/>
                  </a:ext>
                </a:extLst>
              </a:tr>
              <a:tr h="533513">
                <a:tc>
                  <a:txBody>
                    <a:bodyPr/>
                    <a:lstStyle/>
                    <a:p>
                      <a:r>
                        <a:rPr lang="az-Latn-AZ" dirty="0" smtClean="0"/>
                        <a:t>Riyaziyyat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021919"/>
                  </a:ext>
                </a:extLst>
              </a:tr>
              <a:tr h="533513">
                <a:tc>
                  <a:txBody>
                    <a:bodyPr/>
                    <a:lstStyle/>
                    <a:p>
                      <a:r>
                        <a:rPr lang="az-Latn-AZ" dirty="0" smtClean="0"/>
                        <a:t>Rus dili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501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35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IX siniflər üzrə keyfiyyət və müvəffəqiyyət faizi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8463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397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Məktəbə hazırlıq qrupları üzrə işin təşkili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ARTN-</a:t>
            </a:r>
            <a:r>
              <a:rPr lang="en-US" dirty="0" err="1"/>
              <a:t>nin</a:t>
            </a:r>
            <a:r>
              <a:rPr lang="en-US" dirty="0"/>
              <a:t> 31.08. 2020-ci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tarixli</a:t>
            </a:r>
            <a:r>
              <a:rPr lang="en-US" dirty="0"/>
              <a:t>, F-389 </a:t>
            </a:r>
            <a:r>
              <a:rPr lang="en-US" dirty="0" err="1"/>
              <a:t>nömrəli</a:t>
            </a:r>
            <a:r>
              <a:rPr lang="en-US" dirty="0"/>
              <a:t> </a:t>
            </a:r>
            <a:r>
              <a:rPr lang="en-US" dirty="0" err="1"/>
              <a:t>əmrinə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 </a:t>
            </a:r>
            <a:r>
              <a:rPr lang="en-US" dirty="0" err="1"/>
              <a:t>məktəbəhazırlıq</a:t>
            </a:r>
            <a:r>
              <a:rPr lang="en-US" dirty="0"/>
              <a:t> </a:t>
            </a:r>
            <a:r>
              <a:rPr lang="en-US" dirty="0" err="1"/>
              <a:t>qrupları</a:t>
            </a:r>
            <a:r>
              <a:rPr lang="en-US" dirty="0"/>
              <a:t> </a:t>
            </a:r>
            <a:r>
              <a:rPr lang="en-US" dirty="0" err="1"/>
              <a:t>təşkil</a:t>
            </a:r>
            <a:r>
              <a:rPr lang="en-US" dirty="0"/>
              <a:t> </a:t>
            </a:r>
            <a:r>
              <a:rPr lang="en-US" dirty="0" err="1"/>
              <a:t>edilmişdir</a:t>
            </a:r>
            <a:r>
              <a:rPr lang="en-US" dirty="0"/>
              <a:t>. </a:t>
            </a:r>
            <a:r>
              <a:rPr lang="en-US" dirty="0" err="1"/>
              <a:t>Məktəbə</a:t>
            </a:r>
            <a:r>
              <a:rPr lang="en-US" dirty="0"/>
              <a:t> </a:t>
            </a:r>
            <a:r>
              <a:rPr lang="en-US" dirty="0" err="1"/>
              <a:t>hazırlıq</a:t>
            </a:r>
            <a:r>
              <a:rPr lang="en-US" dirty="0"/>
              <a:t> </a:t>
            </a:r>
            <a:r>
              <a:rPr lang="en-US" dirty="0" err="1"/>
              <a:t>qruplarında</a:t>
            </a:r>
            <a:r>
              <a:rPr lang="en-US" dirty="0"/>
              <a:t> </a:t>
            </a:r>
            <a:r>
              <a:rPr lang="en-US" dirty="0" err="1"/>
              <a:t>tədrisin</a:t>
            </a:r>
            <a:r>
              <a:rPr lang="en-US" dirty="0"/>
              <a:t> 1.10.2020-ci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tarixdə</a:t>
            </a:r>
            <a:r>
              <a:rPr lang="en-US" dirty="0"/>
              <a:t> </a:t>
            </a:r>
            <a:r>
              <a:rPr lang="en-US" dirty="0" err="1"/>
              <a:t>başlayıb</a:t>
            </a:r>
            <a:r>
              <a:rPr lang="en-US" dirty="0"/>
              <a:t> 31.05.2021-ci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tarixdə</a:t>
            </a:r>
            <a:r>
              <a:rPr lang="en-US" dirty="0"/>
              <a:t> </a:t>
            </a:r>
            <a:r>
              <a:rPr lang="en-US" dirty="0" err="1"/>
              <a:t>bitməsi</a:t>
            </a:r>
            <a:r>
              <a:rPr lang="en-US" dirty="0"/>
              <a:t> </a:t>
            </a:r>
            <a:r>
              <a:rPr lang="en-US" dirty="0" err="1"/>
              <a:t>nəzərdə</a:t>
            </a:r>
            <a:r>
              <a:rPr lang="en-US" dirty="0"/>
              <a:t> </a:t>
            </a:r>
            <a:r>
              <a:rPr lang="en-US" dirty="0" err="1" smtClean="0"/>
              <a:t>tutulmuşdur</a:t>
            </a:r>
            <a:r>
              <a:rPr lang="az-Latn-AZ" dirty="0" smtClean="0"/>
              <a:t>.</a:t>
            </a:r>
            <a:r>
              <a:rPr lang="en-US" dirty="0"/>
              <a:t> </a:t>
            </a:r>
            <a:r>
              <a:rPr lang="en-US" dirty="0" err="1"/>
              <a:t>Məktəbəhazırlıq</a:t>
            </a:r>
            <a:r>
              <a:rPr lang="en-US" dirty="0"/>
              <a:t> </a:t>
            </a:r>
            <a:r>
              <a:rPr lang="en-US" dirty="0" err="1"/>
              <a:t>qruplarında</a:t>
            </a:r>
            <a:r>
              <a:rPr lang="en-US" dirty="0"/>
              <a:t> 4 </a:t>
            </a:r>
            <a:r>
              <a:rPr lang="en-US" dirty="0" err="1"/>
              <a:t>sinifdə</a:t>
            </a:r>
            <a:r>
              <a:rPr lang="en-US" dirty="0"/>
              <a:t> </a:t>
            </a:r>
            <a:r>
              <a:rPr lang="en-US" dirty="0" err="1"/>
              <a:t>cəmi</a:t>
            </a:r>
            <a:r>
              <a:rPr lang="en-US" dirty="0"/>
              <a:t> 75 </a:t>
            </a:r>
            <a:r>
              <a:rPr lang="en-US" dirty="0" err="1"/>
              <a:t>şagird</a:t>
            </a:r>
            <a:r>
              <a:rPr lang="en-US" dirty="0"/>
              <a:t> </a:t>
            </a:r>
            <a:r>
              <a:rPr lang="en-US" dirty="0" err="1"/>
              <a:t>cəlb</a:t>
            </a:r>
            <a:r>
              <a:rPr lang="en-US" dirty="0"/>
              <a:t> </a:t>
            </a:r>
            <a:r>
              <a:rPr lang="en-US" dirty="0" err="1"/>
              <a:t>olunmuşdur</a:t>
            </a:r>
            <a:r>
              <a:rPr lang="en-US" dirty="0"/>
              <a:t>.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0849"/>
              </p:ext>
            </p:extLst>
          </p:nvPr>
        </p:nvGraphicFramePr>
        <p:xfrm>
          <a:off x="1509486" y="3788228"/>
          <a:ext cx="8128000" cy="2388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10386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16245237"/>
                    </a:ext>
                  </a:extLst>
                </a:gridCol>
              </a:tblGrid>
              <a:tr h="477747">
                <a:tc>
                  <a:txBody>
                    <a:bodyPr/>
                    <a:lstStyle/>
                    <a:p>
                      <a:r>
                        <a:rPr lang="az-Latn-AZ" dirty="0" smtClean="0"/>
                        <a:t>Məktəbəhazırlıq qrupları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Şagird sayı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27565"/>
                  </a:ext>
                </a:extLst>
              </a:tr>
              <a:tr h="477747">
                <a:tc>
                  <a:txBody>
                    <a:bodyPr/>
                    <a:lstStyle/>
                    <a:p>
                      <a:r>
                        <a:rPr lang="az-Latn-AZ" dirty="0" smtClean="0"/>
                        <a:t>0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504805"/>
                  </a:ext>
                </a:extLst>
              </a:tr>
              <a:tr h="477747">
                <a:tc>
                  <a:txBody>
                    <a:bodyPr/>
                    <a:lstStyle/>
                    <a:p>
                      <a:r>
                        <a:rPr lang="az-Latn-AZ" dirty="0" smtClean="0"/>
                        <a:t>0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06408"/>
                  </a:ext>
                </a:extLst>
              </a:tr>
              <a:tr h="477747">
                <a:tc>
                  <a:txBody>
                    <a:bodyPr/>
                    <a:lstStyle/>
                    <a:p>
                      <a:r>
                        <a:rPr lang="az-Latn-AZ" dirty="0" smtClean="0"/>
                        <a:t>0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25247"/>
                  </a:ext>
                </a:extLst>
              </a:tr>
              <a:tr h="477747">
                <a:tc>
                  <a:txBody>
                    <a:bodyPr/>
                    <a:lstStyle/>
                    <a:p>
                      <a:r>
                        <a:rPr lang="az-Latn-AZ" dirty="0" smtClean="0"/>
                        <a:t>0 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8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99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 smtClean="0"/>
              <a:t>Xüsusi istedadı olan şagirdlərin aşkara çıxarılması və onlarla işin təşkili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z-Latn-AZ" dirty="0" smtClean="0"/>
              <a:t>Ömər Hüseynov Emil oğlu-Yeniyetmələr arasında keçirilən </a:t>
            </a:r>
            <a:r>
              <a:rPr lang="az-Latn-AZ" b="1" i="1" dirty="0" smtClean="0"/>
              <a:t>Teeneagle </a:t>
            </a:r>
            <a:r>
              <a:rPr lang="az-Latn-AZ" dirty="0" smtClean="0"/>
              <a:t>onlayn ingilis dili yarışmasında </a:t>
            </a:r>
            <a:r>
              <a:rPr lang="az-Latn-AZ" b="1" dirty="0" smtClean="0"/>
              <a:t>qızıl</a:t>
            </a:r>
            <a:r>
              <a:rPr lang="az-Latn-AZ" dirty="0" smtClean="0"/>
              <a:t> medala layiq görülmüşdür.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0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7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462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Binəqədi rayonu Həsən Cəbrayılov adına 99 N-li tam orta məktəb</vt:lpstr>
      <vt:lpstr>Binəqədi rayonu Həsən Cəbrayılov adına 99 N-li tam orta məktəb</vt:lpstr>
      <vt:lpstr>Şagird kontingenti və sinif komplekti </vt:lpstr>
      <vt:lpstr>Kadrlar</vt:lpstr>
      <vt:lpstr>PowerPoint Presentation</vt:lpstr>
      <vt:lpstr>1.Tədris pedaqoji prosesin idarə edilməsi və metodiki işin təşkili</vt:lpstr>
      <vt:lpstr>2.Məktəbdə tətbiq olunan layihələrin nəticələri</vt:lpstr>
      <vt:lpstr>PowerPoint Presentation</vt:lpstr>
      <vt:lpstr>PowerPoint Presentation</vt:lpstr>
      <vt:lpstr>İbtidai siniflər üzrə Ümumtəhsil dövlət standartları sənədində ibtidai sinif səviyyəsində şagirdlərin  təlim nəticələrinə uyğunluğunun təhlili.Şagirdlərin təlim nəticələrinin statistik göstəriciləri</vt:lpstr>
      <vt:lpstr>Ümumi orta təhsil səviyyəsində fənnlər üzrə şagirdlərin təlim nəticələrinin təhlili</vt:lpstr>
      <vt:lpstr>IX siniflər üzrə keyfiyyət və müvəffəqiyyət faizi</vt:lpstr>
      <vt:lpstr>Məktəbə hazırlıq qrupları üzrə işin təşkili</vt:lpstr>
      <vt:lpstr>Xüsusi istedadı olan şagirdlərin aşkara çıxarılması və onlarla işin təşkili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Binəqədi rayonu Həsən Cəbrayılov adına 99 N-li tam orta məktəb</dc:title>
  <dc:creator>SCC</dc:creator>
  <cp:lastModifiedBy>User</cp:lastModifiedBy>
  <cp:revision>18</cp:revision>
  <dcterms:created xsi:type="dcterms:W3CDTF">2021-06-23T06:06:40Z</dcterms:created>
  <dcterms:modified xsi:type="dcterms:W3CDTF">2021-06-23T09:52:25Z</dcterms:modified>
</cp:coreProperties>
</file>