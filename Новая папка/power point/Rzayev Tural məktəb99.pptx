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59" r:id="rId2"/>
    <p:sldId id="258" r:id="rId3"/>
    <p:sldId id="260" r:id="rId4"/>
    <p:sldId id="256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" roundtripDataSignature="AMtx7mhYAWlttepMzPPWVH1KO38xEqZD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customschemas.google.com/relationships/presentationmetadata" Target="metadata"/><Relationship Id="rId4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114425" y="0"/>
            <a:ext cx="9963150" cy="6858000"/>
          </a:xfrm>
          <a:custGeom>
            <a:avLst/>
            <a:gdLst/>
            <a:ahLst/>
            <a:cxnLst/>
            <a:rect l="l" t="t" r="r" b="b"/>
            <a:pathLst>
              <a:path w="9963150" h="6858000" extrusionOk="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rgbClr val="EFEFE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139700" sx="102000" sy="102000" algn="ctr" rotWithShape="0">
              <a:srgbClr val="D8D8D8">
                <a:alpha val="3686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1121664" y="0"/>
            <a:ext cx="9948672" cy="6858000"/>
          </a:xfrm>
          <a:custGeom>
            <a:avLst/>
            <a:gdLst/>
            <a:ahLst/>
            <a:cxnLst/>
            <a:rect l="l" t="t" r="r" b="b"/>
            <a:pathLst>
              <a:path w="9963150" h="6858000" extrusionOk="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alibri"/>
              <a:buNone/>
            </a:pPr>
            <a:r>
              <a:rPr lang="ru-RU" sz="7200"/>
              <a:t>Evdən çıxmadan necə səyahət etmək olar?</a:t>
            </a:r>
            <a:endParaRPr/>
          </a:p>
        </p:txBody>
      </p:sp>
      <p:sp>
        <p:nvSpPr>
          <p:cNvPr id="111" name="Google Shape;111;p4"/>
          <p:cNvSpPr txBox="1"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2800"/>
              <a:t>İnformatika dərsi üçün məruzə</a:t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/>
          <p:nvPr/>
        </p:nvSpPr>
        <p:spPr>
          <a:xfrm flipH="1">
            <a:off x="0" y="0"/>
            <a:ext cx="6421721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25000">
                <a:schemeClr val="accent2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Calibri"/>
              <a:buNone/>
            </a:pPr>
            <a:r>
              <a:rPr lang="ru-RU" sz="4100">
                <a:solidFill>
                  <a:srgbClr val="000000"/>
                </a:solidFill>
              </a:rPr>
              <a:t>Bu necə mümkündür</a:t>
            </a:r>
            <a:r>
              <a:rPr lang="ru-RU" sz="4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 flipH="1">
            <a:off x="0" y="581159"/>
            <a:ext cx="5464879" cy="6276841"/>
          </a:xfrm>
          <a:custGeom>
            <a:avLst/>
            <a:gdLst/>
            <a:ahLst/>
            <a:cxnLst/>
            <a:rect l="l" t="t" r="r" b="b"/>
            <a:pathLst>
              <a:path w="5464879" h="6276841" extrusionOk="0">
                <a:moveTo>
                  <a:pt x="3299930" y="0"/>
                </a:moveTo>
                <a:cubicBezTo>
                  <a:pt x="4097274" y="0"/>
                  <a:pt x="4828569" y="282789"/>
                  <a:pt x="5398992" y="753544"/>
                </a:cubicBezTo>
                <a:lnTo>
                  <a:pt x="5464879" y="813426"/>
                </a:lnTo>
                <a:lnTo>
                  <a:pt x="5464879" y="5786434"/>
                </a:lnTo>
                <a:lnTo>
                  <a:pt x="5398992" y="5846317"/>
                </a:lnTo>
                <a:cubicBezTo>
                  <a:pt x="5236014" y="5980818"/>
                  <a:pt x="5059904" y="6099975"/>
                  <a:pt x="4872873" y="6201577"/>
                </a:cubicBezTo>
                <a:lnTo>
                  <a:pt x="4716632" y="6276841"/>
                </a:lnTo>
                <a:lnTo>
                  <a:pt x="1883227" y="6276841"/>
                </a:lnTo>
                <a:lnTo>
                  <a:pt x="1726987" y="6201577"/>
                </a:lnTo>
                <a:cubicBezTo>
                  <a:pt x="698316" y="5642769"/>
                  <a:pt x="0" y="4552900"/>
                  <a:pt x="0" y="3299930"/>
                </a:cubicBezTo>
                <a:cubicBezTo>
                  <a:pt x="0" y="1477429"/>
                  <a:pt x="1477429" y="0"/>
                  <a:pt x="3299930" y="0"/>
                </a:cubicBez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 extrusionOk="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327546" y="321732"/>
            <a:ext cx="7058307" cy="1964266"/>
          </a:xfrm>
          <a:prstGeom prst="rect">
            <a:avLst/>
          </a:prstGeom>
          <a:solidFill>
            <a:srgbClr val="7598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524256" y="491260"/>
            <a:ext cx="6594189" cy="162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ru-RU">
                <a:solidFill>
                  <a:srgbClr val="FFFFFF"/>
                </a:solidFill>
              </a:rPr>
              <a:t>Texnologiyalar insanların yardımına gəlir!</a:t>
            </a:r>
            <a:endParaRPr/>
          </a:p>
        </p:txBody>
      </p:sp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l="19297" r="28390" b="2"/>
          <a:stretch/>
        </p:blipFill>
        <p:spPr>
          <a:xfrm>
            <a:off x="327549" y="2454903"/>
            <a:ext cx="3442801" cy="4080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5"/>
          <p:cNvPicPr preferRelativeResize="0"/>
          <p:nvPr/>
        </p:nvPicPr>
        <p:blipFill rotWithShape="1">
          <a:blip r:embed="rId4">
            <a:alphaModFix/>
          </a:blip>
          <a:srcRect r="220" b="-4"/>
          <a:stretch/>
        </p:blipFill>
        <p:spPr>
          <a:xfrm>
            <a:off x="3942260" y="2454902"/>
            <a:ext cx="3442803" cy="1958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5"/>
          <p:cNvPicPr preferRelativeResize="0"/>
          <p:nvPr/>
        </p:nvPicPr>
        <p:blipFill rotWithShape="1">
          <a:blip r:embed="rId5">
            <a:alphaModFix/>
          </a:blip>
          <a:srcRect r="9710" b="-4"/>
          <a:stretch/>
        </p:blipFill>
        <p:spPr>
          <a:xfrm>
            <a:off x="3941061" y="4572285"/>
            <a:ext cx="3447288" cy="195681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/>
          <p:nvPr/>
        </p:nvSpPr>
        <p:spPr>
          <a:xfrm>
            <a:off x="7556975" y="321732"/>
            <a:ext cx="4313293" cy="621453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 txBox="1">
            <a:spLocks noGrp="1"/>
          </p:cNvSpPr>
          <p:nvPr>
            <p:ph type="body" idx="1"/>
          </p:nvPr>
        </p:nvSpPr>
        <p:spPr>
          <a:xfrm>
            <a:off x="7957973" y="763523"/>
            <a:ext cx="3511200" cy="53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•"/>
            </a:pPr>
            <a:r>
              <a:rPr lang="ru-RU" sz="2200" b="1">
                <a:solidFill>
                  <a:srgbClr val="FFFFFF"/>
                </a:solidFill>
              </a:rPr>
              <a:t>Bütün dünya üzrə veb-kameralardan yayımlar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200"/>
              <a:buChar char="•"/>
            </a:pPr>
            <a:r>
              <a:rPr lang="ru-RU" sz="2200" b="1">
                <a:solidFill>
                  <a:srgbClr val="FFFFFF"/>
                </a:solidFill>
              </a:rPr>
              <a:t>Onlayn-ekskursiyalar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200"/>
              <a:buChar char="•"/>
            </a:pPr>
            <a:r>
              <a:rPr lang="ru-RU" sz="2200" b="1">
                <a:solidFill>
                  <a:srgbClr val="FFFFFF"/>
                </a:solidFill>
              </a:rPr>
              <a:t>Google-xəritə ilə gəzintilər</a:t>
            </a:r>
            <a:endParaRPr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0152750" y="5264102"/>
            <a:ext cx="1172905" cy="8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ru-RU" sz="4800" b="1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rPr>
              <a:t>!!!</a:t>
            </a:r>
            <a:endParaRPr sz="4800" b="1" i="0" u="none" strike="noStrike" cap="none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1937" y="337425"/>
            <a:ext cx="10083475" cy="567194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>
            <a:spLocks noGrp="1"/>
          </p:cNvSpPr>
          <p:nvPr>
            <p:ph type="title"/>
          </p:nvPr>
        </p:nvSpPr>
        <p:spPr>
          <a:xfrm>
            <a:off x="3138750" y="5923500"/>
            <a:ext cx="7014000" cy="7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alibri"/>
              <a:buNone/>
            </a:pPr>
            <a:r>
              <a:rPr lang="ru-RU" sz="3600">
                <a:solidFill>
                  <a:srgbClr val="262626"/>
                </a:solidFill>
              </a:rPr>
              <a:t>Gəlin birlikdə səyahət edək!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Widescreen</PresentationFormat>
  <Paragraphs>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Тема Office</vt:lpstr>
      <vt:lpstr>Evdən çıxmadan necə səyahət etmək olar?</vt:lpstr>
      <vt:lpstr>Bu necə mümkündür?</vt:lpstr>
      <vt:lpstr>Texnologiyalar insanların yardımına gəlir!</vt:lpstr>
      <vt:lpstr>Gəlin birlikdə səyahət edək!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Evdən çıxmadan necə səyahət etmək olar?</dc:title>
  <dc:creator>admin</dc:creator>
  <cp:lastModifiedBy>User</cp:lastModifiedBy>
  <cp:revision>1</cp:revision>
  <dcterms:modified xsi:type="dcterms:W3CDTF">2021-02-22T09:42:33Z</dcterms:modified>
</cp:coreProperties>
</file>