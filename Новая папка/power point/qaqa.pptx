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3" r:id="rId1"/>
  </p:sldMasterIdLst>
  <p:notesMasterIdLst>
    <p:notesMasterId r:id="rId6"/>
  </p:notesMasterIdLst>
  <p:sldIdLst>
    <p:sldId id="257" r:id="rId2"/>
    <p:sldId id="259" r:id="rId3"/>
    <p:sldId id="260" r:id="rId4"/>
    <p:sldId id="261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36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ba10fdb2ff_0_4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3" name="Google Shape;283;gba10fdb2ff_0_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ba10fdb2ff_0_5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7" name="Google Shape;297;gba10fdb2ff_0_5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ba10fdb2ff_0_6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6" name="Google Shape;306;gba10fdb2ff_0_6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ba10fdb2ff_0_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6" name="Google Shape;316;gba10fdb2ff_0_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0"/>
          <p:cNvSpPr txBox="1"/>
          <p:nvPr/>
        </p:nvSpPr>
        <p:spPr>
          <a:xfrm>
            <a:off x="6991478" y="3837225"/>
            <a:ext cx="1246170" cy="6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1" i="0" u="none" strike="noStrike" cap="none" dirty="0" smtClean="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DIF</a:t>
            </a:r>
            <a:endParaRPr sz="3600" b="1" i="0" u="none" strike="noStrike" cap="none" dirty="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3926" y="188664"/>
            <a:ext cx="7562606" cy="4253961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50"/>
          <p:cNvSpPr txBox="1">
            <a:spLocks noGrp="1"/>
          </p:cNvSpPr>
          <p:nvPr>
            <p:ph type="title"/>
          </p:nvPr>
        </p:nvSpPr>
        <p:spPr>
          <a:xfrm>
            <a:off x="2354063" y="4442625"/>
            <a:ext cx="52605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700"/>
              <a:buFont typeface="Calibri"/>
              <a:buNone/>
            </a:pPr>
            <a:r>
              <a:rPr lang="en" sz="2700">
                <a:solidFill>
                  <a:srgbClr val="262626"/>
                </a:solidFill>
              </a:rPr>
              <a:t>Gəlin birlikdə səyahət edək!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2"/>
          <p:cNvSpPr/>
          <p:nvPr/>
        </p:nvSpPr>
        <p:spPr>
          <a:xfrm flipH="1">
            <a:off x="-209" y="0"/>
            <a:ext cx="4816500" cy="5143500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199895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52"/>
          <p:cNvSpPr txBox="1">
            <a:spLocks noGrp="1"/>
          </p:cNvSpPr>
          <p:nvPr>
            <p:ph type="title"/>
          </p:nvPr>
        </p:nvSpPr>
        <p:spPr>
          <a:xfrm>
            <a:off x="4942996" y="3200874"/>
            <a:ext cx="3604500" cy="9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Calibri"/>
              <a:buNone/>
            </a:pPr>
            <a:r>
              <a:rPr lang="en" sz="3100">
                <a:solidFill>
                  <a:srgbClr val="000000"/>
                </a:solidFill>
              </a:rPr>
              <a:t>Bu necə mümkündür</a:t>
            </a:r>
            <a:r>
              <a:rPr lang="en" sz="3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302" name="Google Shape;302;p52"/>
          <p:cNvSpPr/>
          <p:nvPr/>
        </p:nvSpPr>
        <p:spPr>
          <a:xfrm flipH="1">
            <a:off x="0" y="435869"/>
            <a:ext cx="4098659" cy="4707631"/>
          </a:xfrm>
          <a:custGeom>
            <a:avLst/>
            <a:gdLst/>
            <a:ahLst/>
            <a:cxnLst/>
            <a:rect l="l" t="t" r="r" b="b"/>
            <a:pathLst>
              <a:path w="5464879" h="6276841" extrusionOk="0">
                <a:moveTo>
                  <a:pt x="3299930" y="0"/>
                </a:moveTo>
                <a:cubicBezTo>
                  <a:pt x="4097274" y="0"/>
                  <a:pt x="4828569" y="282789"/>
                  <a:pt x="5398992" y="753544"/>
                </a:cubicBezTo>
                <a:lnTo>
                  <a:pt x="5464879" y="813426"/>
                </a:lnTo>
                <a:lnTo>
                  <a:pt x="5464879" y="5786434"/>
                </a:lnTo>
                <a:lnTo>
                  <a:pt x="5398992" y="5846317"/>
                </a:lnTo>
                <a:cubicBezTo>
                  <a:pt x="5236014" y="5980818"/>
                  <a:pt x="5059904" y="6099975"/>
                  <a:pt x="4872873" y="6201577"/>
                </a:cubicBezTo>
                <a:lnTo>
                  <a:pt x="4716632" y="6276841"/>
                </a:lnTo>
                <a:lnTo>
                  <a:pt x="1883227" y="6276841"/>
                </a:lnTo>
                <a:lnTo>
                  <a:pt x="1726987" y="6201577"/>
                </a:lnTo>
                <a:cubicBezTo>
                  <a:pt x="698316" y="5642769"/>
                  <a:pt x="0" y="4552900"/>
                  <a:pt x="0" y="3299930"/>
                </a:cubicBezTo>
                <a:cubicBezTo>
                  <a:pt x="0" y="1477429"/>
                  <a:pt x="1477429" y="0"/>
                  <a:pt x="3299930" y="0"/>
                </a:cubicBez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p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5352" y="1361490"/>
            <a:ext cx="3106320" cy="3108271"/>
          </a:xfrm>
          <a:custGeom>
            <a:avLst/>
            <a:gdLst/>
            <a:ahLst/>
            <a:cxnLst/>
            <a:rect l="l" t="t" r="r" b="b"/>
            <a:pathLst>
              <a:path w="4141760" h="4377846" extrusionOk="0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53"/>
          <p:cNvSpPr/>
          <p:nvPr/>
        </p:nvSpPr>
        <p:spPr>
          <a:xfrm>
            <a:off x="835819" y="0"/>
            <a:ext cx="7472363" cy="5143500"/>
          </a:xfrm>
          <a:custGeom>
            <a:avLst/>
            <a:gdLst/>
            <a:ahLst/>
            <a:cxnLst/>
            <a:rect l="l" t="t" r="r" b="b"/>
            <a:pathLst>
              <a:path w="9963150" h="6858000" extrusionOk="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rgbClr val="EFEFE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139700" sx="102000" sy="102000" algn="ctr" rotWithShape="0">
              <a:srgbClr val="D8D8D8">
                <a:alpha val="3725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53"/>
          <p:cNvSpPr/>
          <p:nvPr/>
        </p:nvSpPr>
        <p:spPr>
          <a:xfrm>
            <a:off x="841248" y="0"/>
            <a:ext cx="7447455" cy="5143500"/>
          </a:xfrm>
          <a:custGeom>
            <a:avLst/>
            <a:gdLst/>
            <a:ahLst/>
            <a:cxnLst/>
            <a:rect l="l" t="t" r="r" b="b"/>
            <a:pathLst>
              <a:path w="9963150" h="6858000" extrusionOk="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53"/>
          <p:cNvSpPr txBox="1">
            <a:spLocks noGrp="1"/>
          </p:cNvSpPr>
          <p:nvPr>
            <p:ph type="ctrTitle"/>
          </p:nvPr>
        </p:nvSpPr>
        <p:spPr>
          <a:xfrm>
            <a:off x="1143002" y="1499711"/>
            <a:ext cx="6858000" cy="20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" sz="5400"/>
              <a:t>Evdən çıxmadan necə səyahət etmək olar?</a:t>
            </a:r>
            <a:endParaRPr/>
          </a:p>
        </p:txBody>
      </p:sp>
      <p:sp>
        <p:nvSpPr>
          <p:cNvPr id="312" name="Google Shape;312;p53"/>
          <p:cNvSpPr txBox="1">
            <a:spLocks noGrp="1"/>
          </p:cNvSpPr>
          <p:nvPr>
            <p:ph type="subTitle" idx="1"/>
          </p:nvPr>
        </p:nvSpPr>
        <p:spPr>
          <a:xfrm>
            <a:off x="1475184" y="4233863"/>
            <a:ext cx="61935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2100"/>
              <a:t>İnformatika dərsi üçün məruzə</a:t>
            </a:r>
            <a:endParaRPr/>
          </a:p>
        </p:txBody>
      </p:sp>
      <p:sp>
        <p:nvSpPr>
          <p:cNvPr id="313" name="Google Shape;313;p53"/>
          <p:cNvSpPr/>
          <p:nvPr/>
        </p:nvSpPr>
        <p:spPr>
          <a:xfrm>
            <a:off x="2788920" y="4143589"/>
            <a:ext cx="3566100" cy="2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4"/>
          <p:cNvSpPr/>
          <p:nvPr/>
        </p:nvSpPr>
        <p:spPr>
          <a:xfrm>
            <a:off x="245659" y="241299"/>
            <a:ext cx="5293800" cy="1473300"/>
          </a:xfrm>
          <a:prstGeom prst="rect">
            <a:avLst/>
          </a:prstGeom>
          <a:solidFill>
            <a:srgbClr val="7598C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54"/>
          <p:cNvSpPr txBox="1">
            <a:spLocks noGrp="1"/>
          </p:cNvSpPr>
          <p:nvPr>
            <p:ph type="title"/>
          </p:nvPr>
        </p:nvSpPr>
        <p:spPr>
          <a:xfrm>
            <a:off x="393192" y="368445"/>
            <a:ext cx="49458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libri"/>
              <a:buNone/>
            </a:pPr>
            <a:r>
              <a:rPr lang="en">
                <a:solidFill>
                  <a:srgbClr val="FFFFFF"/>
                </a:solidFill>
              </a:rPr>
              <a:t>Texnologiyalar insanların köməyinə gəlir!</a:t>
            </a:r>
            <a:endParaRPr/>
          </a:p>
        </p:txBody>
      </p:sp>
      <p:pic>
        <p:nvPicPr>
          <p:cNvPr id="320" name="Google Shape;320;p54"/>
          <p:cNvPicPr preferRelativeResize="0"/>
          <p:nvPr/>
        </p:nvPicPr>
        <p:blipFill rotWithShape="1">
          <a:blip r:embed="rId3">
            <a:alphaModFix/>
          </a:blip>
          <a:srcRect l="19297" r="28389"/>
          <a:stretch/>
        </p:blipFill>
        <p:spPr>
          <a:xfrm>
            <a:off x="245662" y="1841177"/>
            <a:ext cx="2582101" cy="3060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54"/>
          <p:cNvPicPr preferRelativeResize="0"/>
          <p:nvPr/>
        </p:nvPicPr>
        <p:blipFill rotWithShape="1">
          <a:blip r:embed="rId4">
            <a:alphaModFix/>
          </a:blip>
          <a:srcRect r="219"/>
          <a:stretch/>
        </p:blipFill>
        <p:spPr>
          <a:xfrm>
            <a:off x="2956695" y="1841176"/>
            <a:ext cx="2582101" cy="1468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54"/>
          <p:cNvPicPr preferRelativeResize="0"/>
          <p:nvPr/>
        </p:nvPicPr>
        <p:blipFill rotWithShape="1">
          <a:blip r:embed="rId5">
            <a:alphaModFix/>
          </a:blip>
          <a:srcRect r="9706"/>
          <a:stretch/>
        </p:blipFill>
        <p:spPr>
          <a:xfrm>
            <a:off x="2955796" y="3429214"/>
            <a:ext cx="2585466" cy="1467612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54"/>
          <p:cNvSpPr/>
          <p:nvPr/>
        </p:nvSpPr>
        <p:spPr>
          <a:xfrm>
            <a:off x="5667731" y="241299"/>
            <a:ext cx="3234900" cy="46608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54"/>
          <p:cNvSpPr txBox="1">
            <a:spLocks noGrp="1"/>
          </p:cNvSpPr>
          <p:nvPr>
            <p:ph type="body" idx="1"/>
          </p:nvPr>
        </p:nvSpPr>
        <p:spPr>
          <a:xfrm>
            <a:off x="5968479" y="572642"/>
            <a:ext cx="2633400" cy="39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7800" lvl="0" indent="-1841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•"/>
            </a:pPr>
            <a:r>
              <a:rPr lang="en" sz="1700" b="1">
                <a:solidFill>
                  <a:srgbClr val="FFFFFF"/>
                </a:solidFill>
              </a:rPr>
              <a:t>Bütün dünya üzrə veb-kameralardan yayımlar</a:t>
            </a:r>
            <a:endParaRPr/>
          </a:p>
          <a:p>
            <a:pPr marL="177800" lvl="0" indent="-1841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700"/>
              <a:buChar char="•"/>
            </a:pPr>
            <a:r>
              <a:rPr lang="en" sz="1700" b="1">
                <a:solidFill>
                  <a:srgbClr val="FFFFFF"/>
                </a:solidFill>
              </a:rPr>
              <a:t>Onlayn-ekskursiyalar</a:t>
            </a:r>
            <a:endParaRPr/>
          </a:p>
          <a:p>
            <a:pPr marL="177800" lvl="0" indent="-1841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700"/>
              <a:buChar char="•"/>
            </a:pPr>
            <a:r>
              <a:rPr lang="en" sz="1700" b="1">
                <a:solidFill>
                  <a:srgbClr val="FFFFFF"/>
                </a:solidFill>
              </a:rPr>
              <a:t>Google-xəritə ilə gəzintilər</a:t>
            </a:r>
            <a:endParaRPr sz="17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35</Words>
  <Application>Microsoft Office PowerPoint</Application>
  <PresentationFormat>On-screen Show (16:9)</PresentationFormat>
  <Paragraphs>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Тема Office</vt:lpstr>
      <vt:lpstr>Gəlin birlikdə səyahət edək!</vt:lpstr>
      <vt:lpstr>Bu necə mümkündür?</vt:lpstr>
      <vt:lpstr>Evdən çıxmadan necə səyahət etmək olar?</vt:lpstr>
      <vt:lpstr>Texnologiyalar insanların köməyinə gəlir!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4-cü sinif M4D2</dc:title>
  <dc:creator>Nubar</dc:creator>
  <cp:lastModifiedBy>User</cp:lastModifiedBy>
  <cp:revision>5</cp:revision>
  <dcterms:modified xsi:type="dcterms:W3CDTF">2021-03-04T06:31:56Z</dcterms:modified>
</cp:coreProperties>
</file>