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12192000" cy="6858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Helvetica Neue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1114425" y="0"/>
            <a:ext cx="9963150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39700" sx="102000" sy="102000" algn="ctr" rotWithShape="0">
              <a:srgbClr val="D8D8D8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1121664" y="0"/>
            <a:ext cx="9948672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lang="ru-RU" sz="7200"/>
              <a:t>Mənim şəhərim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800"/>
              <a:t>4-cü sinif şagirdinin hekayəsi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648929" y="629266"/>
            <a:ext cx="4944152" cy="1622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Mənim doğma şəhərim</a:t>
            </a: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648930" y="2438400"/>
            <a:ext cx="4944151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Mənim doğma şəhərim ən böyük şəhər deyil, burada cəmi 5000 insan yaşayır, lakin çox gözəldir!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6092950" y="0"/>
            <a:ext cx="609905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577582" y="557784"/>
            <a:ext cx="5130204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C8CACA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t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4" descr="Город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4709" y="1189611"/>
            <a:ext cx="4475531" cy="4475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lt2">
              <a:alpha val="3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 rot="10800000">
            <a:off x="5910443" y="6117999"/>
            <a:ext cx="5449824" cy="740001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7" name="Google Shape;107;p15"/>
          <p:cNvCxnSpPr/>
          <p:nvPr/>
        </p:nvCxnSpPr>
        <p:spPr>
          <a:xfrm rot="10800000">
            <a:off x="11365990" y="5610"/>
            <a:ext cx="0" cy="685800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08" name="Google Shape;108;p15"/>
          <p:cNvCxnSpPr/>
          <p:nvPr/>
        </p:nvCxnSpPr>
        <p:spPr>
          <a:xfrm>
            <a:off x="0" y="6118001"/>
            <a:ext cx="12192000" cy="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09" name="Google Shape;109;p15" descr="Пейзаж с маяко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0" y="698500"/>
            <a:ext cx="5435600" cy="54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422900" y="540167"/>
            <a:ext cx="4633192" cy="213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None/>
            </a:pPr>
            <a:r>
              <a:rPr lang="ru-RU" sz="3400"/>
              <a:t>Şəhərimizin görkəmli yeri</a:t>
            </a:r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body" idx="1"/>
          </p:nvPr>
        </p:nvSpPr>
        <p:spPr>
          <a:xfrm>
            <a:off x="419100" y="2870200"/>
            <a:ext cx="46228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Böyük şəhər mayakı – şəhərdəki ən qədim binadır.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Onu burunda təqribən 500 il əvvəl quraşdırıblar!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7"/>
          <p:cNvCxnSpPr/>
          <p:nvPr/>
        </p:nvCxnSpPr>
        <p:spPr>
          <a:xfrm>
            <a:off x="0" y="843625"/>
            <a:ext cx="12188825" cy="0"/>
          </a:xfrm>
          <a:prstGeom prst="straightConnector1">
            <a:avLst/>
          </a:prstGeom>
          <a:noFill/>
          <a:ln w="508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0" name="Google Shape;130;p17"/>
          <p:cNvSpPr/>
          <p:nvPr/>
        </p:nvSpPr>
        <p:spPr>
          <a:xfrm>
            <a:off x="3176" y="968282"/>
            <a:ext cx="12188825" cy="49469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795338" y="1566473"/>
            <a:ext cx="10601325" cy="2166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ru-RU" sz="6600"/>
              <a:t>Şəhərimizə təşrif buyurun</a:t>
            </a:r>
            <a:r>
              <a:rPr lang="ru-RU" sz="6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795338" y="4092320"/>
            <a:ext cx="10601325" cy="1144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Sizi maraqlı hekayələr və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2400"/>
              <a:t>qeyri-adi kəşflər gözləyir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cxnSp>
        <p:nvCxnSpPr>
          <p:cNvPr id="133" name="Google Shape;133;p17"/>
          <p:cNvCxnSpPr/>
          <p:nvPr/>
        </p:nvCxnSpPr>
        <p:spPr>
          <a:xfrm>
            <a:off x="4724400" y="3894594"/>
            <a:ext cx="2743200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4" name="Google Shape;134;p17"/>
          <p:cNvCxnSpPr/>
          <p:nvPr/>
        </p:nvCxnSpPr>
        <p:spPr>
          <a:xfrm>
            <a:off x="0" y="6028863"/>
            <a:ext cx="12188825" cy="0"/>
          </a:xfrm>
          <a:prstGeom prst="straightConnector1">
            <a:avLst/>
          </a:prstGeom>
          <a:noFill/>
          <a:ln w="508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</Words>
  <Application>Microsoft Office PowerPoint</Application>
  <PresentationFormat>Widescreen</PresentationFormat>
  <Paragraphs>10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Helvetica Neue</vt:lpstr>
      <vt:lpstr>Arial</vt:lpstr>
      <vt:lpstr>Тема Office</vt:lpstr>
      <vt:lpstr>Mənim şəhərim</vt:lpstr>
      <vt:lpstr>Mənim doğma şəhərim</vt:lpstr>
      <vt:lpstr>Şəhərimizin görkəmli yeri</vt:lpstr>
      <vt:lpstr>Şəhərimizə təşrif buyurun!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Mənim şəhərim</dc:title>
  <dc:creator>admin</dc:creator>
  <cp:lastModifiedBy>User</cp:lastModifiedBy>
  <cp:revision>1</cp:revision>
  <dcterms:modified xsi:type="dcterms:W3CDTF">2021-02-18T07:24:15Z</dcterms:modified>
</cp:coreProperties>
</file>